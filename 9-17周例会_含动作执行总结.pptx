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1" r:id="rId3"/>
    <p:sldId id="526" r:id="rId4"/>
    <p:sldId id="465" r:id="rId5"/>
    <p:sldId id="511" r:id="rId6"/>
    <p:sldId id="512" r:id="rId7"/>
    <p:sldId id="513" r:id="rId8"/>
    <p:sldId id="527" r:id="rId15"/>
    <p:sldId id="528" r:id="rId16"/>
    <p:sldId id="529" r:id="rId17"/>
    <p:sldId id="530" r:id="rId18"/>
    <p:sldId id="531" r:id="rId19"/>
    <p:sldId id="532" r:id="rId2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1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一、数据情况（截至9/16）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总数据达成（9/3-9/16）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目标达成口径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76809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1689811"/>
                <a:gridCol w="1689811"/>
                <a:gridCol w="1689811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品类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燃热（含16/18/20L）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 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118 台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23.2%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18L 及以上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39 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蒸烤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417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114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27.3%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洗碗机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484 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 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31.0%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03920" y="1371600"/>
            <a:ext cx="3200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数据源：数据达成表 9/16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口径：完成＝捷报累计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/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一阶段（9/3-9/10）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152.7/66/43.2%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二阶段（9/11-9/20）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燃热 193.6/49/25.3%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7680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燃热 509/118（23.2%）；18L已完成39台（占比33.1%）。</a:t>
            </a:r>
          </a:p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距9/30收官（18L 100台）还差61台，剩14天需日均4.4台。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门店目标达成 · KA渠道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188/31 = 16.5%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谭辉（京东）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卢家宝（山姆/百安居）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黄远兵（顺电）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彭泽新（苏宁）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KA合计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188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16.5%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门店目标达成 · 专卖店（1/2）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合计 264/53 = 20.1%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石欣欣（经销商）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向宏洁（经销商）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门店目标达成 · 专卖店（2/2）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含零达成门店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（未指定业务汇总）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专卖店合计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264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53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20.1%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门店目标达成 · 家装部 &amp; 大盘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家装达成率最高</a:t>
            </a:r>
          </a:p>
        </p:txBody>
      </p:sp>
      <p:graphicFrame>
        <p:nvGraphicFramePr>
          <p:cNvPr id="126" name="Table 125"/>
          <p:cNvGraphicFramePr>
            <a:graphicFrameLocks noGrp="1"/>
          </p:cNvGraphicFramePr>
          <p:nvPr/>
        </p:nvGraphicFramePr>
        <p:xfrm>
          <a:off x="548640" y="1234440"/>
          <a:ext cx="1106423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1880920"/>
                <a:gridCol w="1880920"/>
                <a:gridCol w="1880920"/>
                <a:gridCol w="1880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业务/大盘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燃热完成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18L完成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76%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62%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58%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家装部合计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34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38.6%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45309"/>
                          </a:solidFill>
                          <a:latin typeface="微软雅黑"/>
                        </a:rPr>
                        <a:t>大盘共计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509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118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23.2%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45309"/>
                          </a:solidFill>
                          <a:latin typeface="微软雅黑"/>
                        </a:rPr>
                        <a:t>39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二、动作执行总结 · 管干（积分榜）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官方 9/11-9/16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4300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2194560"/>
                <a:gridCol w="1207008"/>
                <a:gridCol w="12070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200元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150元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100元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280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余维斌/吴松青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14300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2194560"/>
                <a:gridCol w="1207008"/>
                <a:gridCol w="12070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冯志/李玮桢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鄞树凯/李秋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头部五人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220-350分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第一梯队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二、动作执行总结 · 管干（日动作执行率）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9/14 → 9/15 → 9/16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8229600" cy="512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5104"/>
                <a:gridCol w="1481328"/>
                <a:gridCol w="1481328"/>
                <a:gridCol w="1481328"/>
                <a:gridCol w="1810512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9/14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9/15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9/16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趋势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111.8%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105.9%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94.1%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高位稳定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91.7%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103.0%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高位稳定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88.9%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103.3%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回升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满分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75.0%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88.9%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94.4%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5803D"/>
                          </a:solidFill>
                          <a:latin typeface="微软雅黑"/>
                        </a:rPr>
                        <a:t>持续爬升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83.3%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波动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83.3%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波动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55.6%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93.3%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波动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73.3%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25.0%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断崖后修复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77.8%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徘徊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卡住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李业州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22.2%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偏低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66.7%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41.7%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微软雅黑"/>
                        </a:rPr>
                        <a:t>持续偏低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50.0%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50.0%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8.3%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严重掉队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长期垫底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100.0%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B91C1C"/>
                          </a:solidFill>
                          <a:latin typeface="微软雅黑"/>
                        </a:rPr>
                        <a:t>不稳定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052560" y="1188720"/>
            <a:ext cx="274320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· 高稳定：卢家宝、谭辉、黄远兵、李玮桢</a:t>
            </a:r>
          </a:p>
          <a:p>
            <a:pPr>
              <a:lnSpc>
                <a:spcPct val="150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· 最快进步：康建林（75→89→94）</a:t>
            </a:r>
          </a:p>
          <a:p>
            <a:pPr>
              <a:lnSpc>
                <a:spcPct val="150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· 需介入：吴松青（8.3%）、吕艳霞、李业州、彭泽新</a:t>
            </a:r>
          </a:p>
          <a:p>
            <a:pPr>
              <a:lnSpc>
                <a:spcPct val="150000"/>
              </a:lnSpc>
            </a:pPr>
            <a:r>
              <a:rPr sz="1250" b="0">
                <a:solidFill>
                  <a:srgbClr val="64748B"/>
                </a:solidFill>
                <a:latin typeface="微软雅黑"/>
              </a:rPr>
              <a:t>· 偏差：梁高军落地150%但日动作9/15仅25%，动作与落地脱节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二、动作执行总结 · 管干（活动落地达成率）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18/66 场；达标4人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106423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2212848"/>
                <a:gridCol w="1770278"/>
                <a:gridCol w="376184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完成/目标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备注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3/2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150%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超额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达标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达标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5803D"/>
                          </a:solidFill>
                          <a:latin typeface="微软雅黑"/>
                        </a:rPr>
                        <a:t>达标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余维斌/张优鑫/李玮桢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1/2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已启动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4/8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已启动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1/4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偏慢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向宏洁/卢家宝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1/6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16.7%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偏慢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1/8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12.5%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偏慢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谭辉/黄远兵/李业州/唐敏球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0%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零执行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三、动作执行总结 · 门店（动作TOP10）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二阶段累计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64237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1548993"/>
                <a:gridCol w="1548993"/>
                <a:gridCol w="1548993"/>
                <a:gridCol w="1548993"/>
                <a:gridCol w="177027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晨读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体验18L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新增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3项达成率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万众城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南山京东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83%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宝安华美居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640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64%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89%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群星京东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91%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南山国安居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宝能第一空间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450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福田乐安居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欧洲城顺电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高分店共性：晨读、体验、新增三项均衡；二阶段共46家门店有动作记录。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三、动作执行总结 · 门店（榜单 &amp; 待改进）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官方榜 9/11-9/14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门店积分榜（官方）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多人赛道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 欧洲城顺电 190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 都市壹家装 185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 宝安壹方城顺电 180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 龙岗国安居 130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 福田山姆 / 龙华国安居 125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单人赛道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 红杉树名鼎 360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 莫川装饰/领航 250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 南山大冲顺电 200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 深爱居/鼎晟装饰 180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 南山百安居 160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待改进门店（3项达成率最低5家）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50876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星河苏宁 0%（1人天）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维意定制 13%（5人天）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天利苏宁 26%（9人天）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华强北苏宁 33%（9人天）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· 罗湖百利玛 33%（9人天）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共性：三项同时挂零或只做晨读，</a:t>
            </a:r>
          </a:p>
          <a:p>
            <a:pPr>
              <a:lnSpc>
                <a:spcPct val="15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体验18L与新增客户几乎不做。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686800" cy="548640"/>
          </a:xfrm>
          <a:prstGeom prst="rect">
            <a:avLst/>
          </a:prstGeom>
          <a:noFill/>
        </p:spPr>
        <p:txBody>
          <a:bodyPr wrap="none" anchor="ctr" lIns="0" tIns="0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微软雅黑"/>
              </a:rPr>
              <a:t>四、共性问题 &amp;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0116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共性问题（5条）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体验18L、新增客户长期低晨读约20个百分点——「被动打卡」达标、「主动触达」滞后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专卖店连续三天60-76%，家装渠道9/15跌至51.9%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个别人员极端值：吴松青8.3%、吕艳霞长期33%、张优鑫积分0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话术抄写已开页但 104人待回填、已抄写0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管干活动落地与日动作脱节（梁高军）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下一步（5条）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极端值逐人约谈：吴松青、吕艳霞、张优鑫、李业州、彭泽新（店总清单制、次日验收）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体验18L＋新增客户设「午/晚双检查」，18:00未完成组长提醒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家装渠道单独过（司马世泽），梁高军日动作与落地节奏重新排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话术抄写本周内完成回填，作为月度兑现依据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门店树标杆：万众城、南山京东、龙岗国安居、群星京东、欧洲城顺电，周三渠道会分享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97</cp:revision>
  <dcterms:created xsi:type="dcterms:W3CDTF">2026-09-06T13:27:00Z</dcterms:created>
  <dcterms:modified xsi:type="dcterms:W3CDTF">2026-09-16T01:56:00Z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2025-07-29T01:03:23Z</vt:filetime>
  </property>
  <property fmtid="{D5CDD505-2E9C-101B-9397-08002B2CF9AE}" pid="4" name="ICV">
    <vt:lpwstr>D7F2413BB4A62E5F53689D6AC71C846C_43</vt:lpwstr>
  </property>
  <property fmtid="{D5CDD505-2E9C-101B-9397-08002B2CF9AE}" pid="5" name="KSOProductBuildVer">
    <vt:lpwstr>2052-12.1.0.28505</vt:lpwstr>
  </property>
</Properties>
</file>