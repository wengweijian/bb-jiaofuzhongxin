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DE68A"/>
                </a:solidFill>
                <a:latin typeface="微软雅黑"/>
              </a:rPr>
              <a:t>深圳老板电器 · 18L燃热样板打造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微软雅黑"/>
              </a:rPr>
              <a:t>渠道核心策略进度复盘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ECACA"/>
                </a:solidFill>
                <a:latin typeface="微软雅黑"/>
              </a:rPr>
              <a:t>四大关键事项 · 活动落地达成率 · 落地实录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69080"/>
            <a:ext cx="292608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DE68A"/>
                </a:solidFill>
                <a:latin typeface="微软雅黑"/>
              </a:rPr>
              <a:t>周一例会专用 ｜ 2026-09-14（9/13目标更新版）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ECACA"/>
                </a:solidFill>
                <a:latin typeface="微软雅黑"/>
              </a:rPr>
              <a:t>数据源：《渠道核心策略进度表》9/13更新版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一、四大关键事项完成度（19位业务/店总）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节点 9/4 · 9/7 · 9/10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454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2365"/>
                <a:gridCol w="1691182"/>
                <a:gridCol w="2142164"/>
                <a:gridCol w="1803928"/>
                <a:gridCol w="225491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关键事项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点检节点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完成/应完成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完成率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渠道二次启动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9/4前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14 / 19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73.7%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基本完成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活动落地排期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9/7前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8 / 19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42.1%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⚠ 最薄弱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门店物料布置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9/10前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6 / 19 达标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31.6%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⚠ 待核实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45309"/>
                          </a:solidFill>
                          <a:latin typeface="微软雅黑"/>
                        </a:rPr>
                        <a:t>活动落地达成（≥100%）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每阶段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5 / 16 有目标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31.3%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两极分化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12745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落地动作已发生 18 场（9/4-9/13）：设计师下午茶、异业联盟、18L培训宣贯、早餐会主推宣讲、小区品鉴会。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亮点：向宏洁「大东明鸿发居」异业宣讲 到场30人、获资2户；彭泽新一人已落地4场。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目标已上调（向宏洁活动1→4、石欣欣1→6、卢家宝6、康建林4），达标门槛随之抬高。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风险：门店物料布置多为 0/N——需区分「未布置」还是「未回填」。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二、活动落地达成率（各管干 · 按达成率排序）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完成 ÷ 目标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5577837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238"/>
                <a:gridCol w="1338681"/>
                <a:gridCol w="780897"/>
                <a:gridCol w="780897"/>
                <a:gridCol w="1227124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苏宁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150%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李秋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余维斌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李玮桢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45309"/>
                          </a:solidFill>
                          <a:latin typeface="微软雅黑"/>
                        </a:rPr>
                        <a:t>鄞树凯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45309"/>
                          </a:solidFill>
                          <a:latin typeface="微软雅黑"/>
                        </a:rPr>
                        <a:t>吴松青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45309"/>
                          </a:solidFill>
                          <a:latin typeface="微软雅黑"/>
                        </a:rPr>
                        <a:t>张优鑫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143000"/>
          <a:ext cx="5422388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821"/>
                <a:gridCol w="1409821"/>
                <a:gridCol w="759134"/>
                <a:gridCol w="759134"/>
                <a:gridCol w="1084478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A3412"/>
                          </a:solidFill>
                          <a:latin typeface="微软雅黑"/>
                        </a:rPr>
                        <a:t>向宏洁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25%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A3412"/>
                          </a:solidFill>
                          <a:latin typeface="微软雅黑"/>
                        </a:rPr>
                        <a:t>石欣欣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17%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唐敏球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康建林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冯志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李业州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卢家宝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百安居/山姆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45309"/>
                          </a:solidFill>
                          <a:latin typeface="微软雅黑"/>
                        </a:rPr>
                        <a:t>杨坤泉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45309"/>
                          </a:solidFill>
                          <a:latin typeface="微软雅黑"/>
                        </a:rPr>
                        <a:t>黄远兵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顺电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45309"/>
                          </a:solidFill>
                          <a:latin typeface="微软雅黑"/>
                        </a:rPr>
                        <a:t>谭辉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京东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23560"/>
            <a:ext cx="112745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· 达标（≥100%）5人：彭泽新150%、李秋100%、余维斌100%、梁高军100%、李玮桢100%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· 零执行6人：唐敏球(0/2)、康建林(0/1)、吕艳霞(0/1)、冯志(0/1)、李业州(0/3)、卢家宝(0/6)；无目标3人：杨坤泉、黄远兵、谭辉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三、全项达标 &amp; 重点跟进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物料+活动落地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5803D"/>
                </a:solidFill>
                <a:latin typeface="微软雅黑"/>
              </a:rPr>
              <a:t>✅ 全项达标（物料达标＋活动落地100%）3人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557783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681"/>
                <a:gridCol w="1338681"/>
                <a:gridCol w="1004011"/>
                <a:gridCol w="1004011"/>
                <a:gridCol w="892454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门店物料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活动落地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余维斌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5/5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2/2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李玮桢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2/2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0515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91C1C"/>
                </a:solidFill>
                <a:latin typeface="微软雅黑"/>
              </a:rPr>
              <a:t>⚠ 活动落地零执行（6人）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463040"/>
          <a:ext cx="542239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74"/>
                <a:gridCol w="1518269"/>
                <a:gridCol w="1084478"/>
                <a:gridCol w="1518269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当前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唐敏球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康建林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冯志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李业州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卢家宝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百安居/山姆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40480"/>
            <a:ext cx="112745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64748B"/>
                </a:solidFill>
                <a:latin typeface="微软雅黑"/>
              </a:rPr>
              <a:t>· 物料布置达标：向宏洁6/6、石欣欣10/10、梁高军5/5、张优鑫2/2、李玮桢2/2、余维斌1/1 —— 以上6人，但其中向宏洁(1/4)、石欣欣(1/6)、张优鑫(1/2)活动落地未达标。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64748B"/>
                </a:solidFill>
                <a:latin typeface="微软雅黑"/>
              </a:rPr>
              <a:t>· 活动落地超额：彭泽新150%（3/2）、李秋100%（2/2）。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64748B"/>
                </a:solidFill>
                <a:latin typeface="微软雅黑"/>
              </a:rPr>
              <a:t>· 高目标零执行：卢家宝目标6场（最高）却0执行；康建林目标4场0执行；李业州目标3场0执行。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四、已落地动作实录（18场 · 9/4-9/13）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含到场/获资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557783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897"/>
                <a:gridCol w="948232"/>
                <a:gridCol w="1673352"/>
                <a:gridCol w="2175357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日期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负责人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门店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落地形式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鼎昇装饰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设计师下午茶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09/05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欧洲城索菲亚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小区活动落地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鄞树凯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龙岗国安居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异业落地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09/07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李丹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欧洲城香江家居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异业联盟18L燃热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余维斌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设计师下午茶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09/08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名雕分部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张优鑫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圣都设计师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李伟桢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佳美域分部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石欣欣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188720"/>
          <a:ext cx="542238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134"/>
                <a:gridCol w="921806"/>
                <a:gridCol w="1518269"/>
                <a:gridCol w="22231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日期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负责人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门店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落地形式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彭泽鑫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苏宁渠道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李丹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欧洲城香江家居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异业宣讲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吴松青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南山国安居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异业落地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09/11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向宏洁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大东明鸿发居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异业宣讲★到场30·获资2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华强苏宁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早餐会主推宣讲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卢家宝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罗湖百安居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晨会主推宣讲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沙井苏宁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小区品鉴会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维意定制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活动落地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翠竹苏宁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早餐会主推宣讲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212080"/>
            <a:ext cx="112745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· 形式多元：培训宣贯5场、异业宣讲/联盟5场、设计师沙龙3场、主推/晨会/早餐会4场、小区落地2场。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· 家装渠道「18L培训宣贯」集中铺开（名雕/圣都/佳美域/经销商/苏宁），为二阶段蓄客。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五、问题根因 &amp; 下周动作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例会落地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91C1C"/>
                </a:solidFill>
                <a:latin typeface="微软雅黑"/>
              </a:rPr>
              <a:t>问题根因（4条）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112745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1. 前置项没做完——「活动落地排期」仅42%，排期不出，物料布置与落地动作无从承接。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2. 活动落地两极分化——达标的只有5人（彭泽新、李秋、梁高军、李玮桢、余维斌）；唐敏球、康建林、吕艳霞、冯志、李业州、卢家宝6人目标在册、零执行。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3. 高目标群体集体踩空——卢家宝目标6场0执行、康建林4场0执行，目标高但机制没跟上。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4. 落地有数量无闭环——18场动作中仅向宏洁1场记录了到场/获资，其余缺量化。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11880"/>
            <a:ext cx="11274552" cy="2743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67328"/>
            <a:ext cx="11274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5803D"/>
                </a:solidFill>
                <a:latin typeface="微软雅黑"/>
              </a:rPr>
              <a:t>下周动作（5条）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745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1. 排期攻坚：未提交排期的11人周例会后24小时内补齐，渠道负责人签字确认。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2. 活动落地零执行6人逐人约谈，本周必须完成1场并回传「照片+到场数」。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3. 高目标人群（卢家宝6、康建林4、李业州3）配资源，由渠道负责人带做首场。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4. 落地动作必须量化：每场填「到场／获资／燃热签单／18L台数」，无量化不计积分。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5. 标杆复制：彭泽新（150%）、梁高军、李玮桢的落地打法做成模板，周三渠道会分享。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