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DE68A"/>
                </a:solidFill>
                <a:latin typeface="微软雅黑"/>
              </a:rPr>
              <a:t>深圳老板电器 · 18L燃热样板打造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微软雅黑"/>
              </a:rPr>
              <a:t>渠道核心策略进度复盘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ECACA"/>
                </a:solidFill>
                <a:latin typeface="微软雅黑"/>
              </a:rPr>
              <a:t>四大关键事项 · 落地动作实录 · 二阶段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69080"/>
            <a:ext cx="292608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DE68A"/>
                </a:solidFill>
                <a:latin typeface="微软雅黑"/>
              </a:rPr>
              <a:t>周一例会专用 ｜ 2026-09-14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ECACA"/>
                </a:solidFill>
                <a:latin typeface="微软雅黑"/>
              </a:rPr>
              <a:t>数据源：《渠道核心策略进度表》（9/13回传）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一、四大关键事项完成度（19位业务/店总）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节点 9/4 · 9/7 · 9/10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7455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6874"/>
                <a:gridCol w="1803928"/>
                <a:gridCol w="2254910"/>
                <a:gridCol w="1803928"/>
                <a:gridCol w="225491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关键事项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点检节点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完成/应完成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完成率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渠道二次启动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9/4前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14 / 19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73.7%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5803D"/>
                          </a:solidFill>
                          <a:latin typeface="微软雅黑"/>
                        </a:rPr>
                        <a:t>基本完成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活动落地排期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9/7前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8 / 19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42.1%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⚠ 最薄弱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门店物料布置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9/10前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6 / 19 达标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31.6%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⚠ 待核实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活动落地/沙龙/主推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每周/每阶段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9 / 19 达标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47.4%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进行中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06240"/>
            <a:ext cx="112745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· 落地动作已发生 18 场（9/4-9/13）：设计师下午茶、异业联盟、18L培训宣贯、早餐会主推宣讲、小区品鉴会。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· 亮点：向宏洁「大东明鸿发居」异业宣讲 到场30人、获资2户；彭泽新一人已落地4场。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· 风险：门店物料布置多为 0/N——若已布置未回填，说明回填机制缺失；若真未布置，节点已过10天。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64748B"/>
                </a:solidFill>
                <a:latin typeface="微软雅黑"/>
              </a:rPr>
              <a:t>· 提醒：活动落地排期仅42%，是拖住后续所有落地动作的前置项。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二、按负责人明细（红黑榜）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19人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803D"/>
                </a:solidFill>
                <a:latin typeface="微软雅黑"/>
              </a:rPr>
              <a:t>✅ 全项达标（6人）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557783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238"/>
                <a:gridCol w="1450238"/>
                <a:gridCol w="1338681"/>
                <a:gridCol w="1338681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渠道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门店物料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活动落地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石欣欣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经销商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10/10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向宏洁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经销商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6/6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5/5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2/2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张优鑫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2/2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1/2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李玮桢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家装部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2/2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余维斌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1/1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206240"/>
            <a:ext cx="5577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</a:rPr>
              <a:t>门店物料布置＝已完成/目标；活动落地含异业/客户活动、沙龙、主推。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515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微软雅黑"/>
              </a:rPr>
              <a:t>⚠ 需重点跟进（6人）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1463040"/>
          <a:ext cx="542239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2926"/>
                <a:gridCol w="2711196"/>
                <a:gridCol w="151826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问题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当前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B91C1C"/>
                          </a:solidFill>
                          <a:latin typeface="微软雅黑"/>
                        </a:rPr>
                        <a:t>杨坤泉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91C1C"/>
                          </a:solidFill>
                          <a:latin typeface="微软雅黑"/>
                        </a:rPr>
                        <a:t>三项全空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91C1C"/>
                          </a:solidFill>
                          <a:latin typeface="微软雅黑"/>
                        </a:rPr>
                        <a:t>/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二次启动请假·排期/物料0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0/1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唐敏球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排期/物料/落地均为0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0/1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冯志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排期/物料/落地均为0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0/1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吴松青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排期/物料为0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0/1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李秋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排期/物料为0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0/1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黄远兵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物料0/8·排期未完成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0/8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三、已落地动作实录（18场 · 9/4-9/13）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含到场/获资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557783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897"/>
                <a:gridCol w="948232"/>
                <a:gridCol w="1673352"/>
                <a:gridCol w="2175357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日期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负责人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门店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落地形式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鼎昇装饰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设计师下午茶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09/05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欧洲城索菲亚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小区活动落地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鄞树凯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龙岗国安居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异业落地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09/07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李丹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欧洲城香江家居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异业联盟18L燃热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余维斌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设计师下午茶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09/08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名雕分部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张优鑫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圣都设计师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09/09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李伟桢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佳美域分部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石欣欣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经销商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188720"/>
          <a:ext cx="542238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134"/>
                <a:gridCol w="921806"/>
                <a:gridCol w="1518269"/>
                <a:gridCol w="22231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日期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负责人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门店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落地形式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09/09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彭泽鑫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苏宁渠道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18L培训宣贯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李丹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欧洲城香江家居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异业宣讲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吴松青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南山国安居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异业落地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09/11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向宏洁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大东明鸿发居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异业宣讲 ★到场30·获资2</a:t>
                      </a:r>
                    </a:p>
                  </a:txBody>
                  <a:tcPr marL="45720" marR="45720" marT="9144" marB="9144" anchor="ctr">
                    <a:solidFill>
                      <a:srgbClr val="FFF7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华强苏宁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早餐会主推宣讲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卢家宝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罗湖百安居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晨会主推宣讲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沙井苏宁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小区品鉴会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吕艳霞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维意定制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活动落地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09/13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翠竹苏宁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早餐会主推宣讲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120640"/>
            <a:ext cx="112745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形式已多元：培训宣贯（5场）、异业宣讲/联盟（5场）、设计师沙龙/下午茶（3场）、主推宣讲/晨会/早餐会（4场）、小区落地（2场）。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家装渠道「18L培训宣贯」集中铺开（名雕/圣都/佳美域/经销商/苏宁），是为二阶段蓄客的关键动作。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四、问题根因 &amp; 下周动作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例会落地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74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B91C1C"/>
                </a:solidFill>
                <a:latin typeface="微软雅黑"/>
              </a:rPr>
              <a:t>问题根因（4条）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1127455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1. 前置项没做完——「活动落地排期」仅42%，排期不出，后面的物料布置、落地动作就无从承接。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2. 门店物料布置大面积挂零（黄远兵0/8、彭泽新0/7、卢家宝0/5、康建林0/4）——节点已过，需区分「未布置」还是「未回填」。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3. 两极分化明显——石欣欣、向宏洁、梁高军等6人全项达标，杨坤泉三项全空、吕艳霞/唐敏球/冯志基本未动。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4. 落地虽多但客资产出未闭环——18场动作中仅向宏洁1场记录了到场/获资，其余缺少量化。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11880"/>
            <a:ext cx="11274552" cy="2743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767328"/>
            <a:ext cx="11274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5803D"/>
                </a:solidFill>
                <a:latin typeface="微软雅黑"/>
              </a:rPr>
              <a:t>下周动作（5条）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51376"/>
            <a:ext cx="112745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1. 排期攻坚：未提交排期的11人周一例会后24小时内补齐，由渠道负责人签字确认。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2. 物料布置双核：当日布置当日回填（照片），店总日清里增加「物料布置」勾选项。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3. 全空人员逐人约谈（杨坤泉、吕艳霞、唐敏球、冯志、吴松青、李秋），纳入店总清单制。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4. 落地动作必须量化：每场填「到场人数／获取客资／燃热签单／18L台数」四栏，无量化不计积分。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E293B"/>
                </a:solidFill>
                <a:latin typeface="微软雅黑"/>
              </a:rPr>
              <a:t>5. 标杆复制：石欣欣、向宏洁、梁高军的打法做成模板，周三渠道会分享。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