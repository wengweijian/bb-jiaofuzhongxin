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FDE68A"/>
                </a:solidFill>
                <a:latin typeface="微软雅黑"/>
              </a:rPr>
              <a:t>深圳老板电器 · 18L燃热样板打造 · 区域复制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下月地区游走计划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FECACA"/>
                </a:solidFill>
                <a:latin typeface="微软雅黑"/>
              </a:rPr>
              <a:t>地区提前准备事项 ＋ 每城出差一周工作内容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DE68A"/>
                </a:solidFill>
                <a:latin typeface="微软雅黑"/>
              </a:rPr>
              <a:t>参考PPT ｜ 2026年9月22日 ｜ 版本V1.0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DE68A"/>
                </a:solidFill>
                <a:latin typeface="微软雅黑"/>
              </a:rPr>
              <a:t>项目组：张俊远（样板打造）· 何京学（统筹）· AI交付总监（支撑）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总览：两部分、两条时间线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一页看懂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5089550"/>
                <a:gridCol w="2212848"/>
                <a:gridCol w="1770278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责任方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完成时点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一、地区提前准备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产品上样要求 / 产品价格 / 促销政策 / 落地门店确认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地区负责人＋经销商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出差前7天全部确认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二、出差一周工作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前期对接 / 门店调研 / 管干会议 / 终端培训 / 复盘交付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项目组（出差小组）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每城1周（5个工作日）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三、出差后交付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城市复盘报告 / 门店目标表 / 话术落地检查表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出差小组＋内容官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返程后3天内交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E293B"/>
                </a:solidFill>
                <a:latin typeface="微软雅黑"/>
              </a:rPr>
              <a:t>目标：把深圳18L样板打法（六步法＋终端体验＋积分机制＋数据跟盯）复制到目标城市，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1E293B"/>
                </a:solidFill>
                <a:latin typeface="微软雅黑"/>
              </a:rPr>
              <a:t>做到「去一周，能落地、能出数、能留下机制」，而不是走一圈讲一场。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一、地区需提前准备（出差前7天完成）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清单总览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17909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4646980"/>
                <a:gridCol w="2212848"/>
                <a:gridCol w="1770278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准备项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具体要求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确认方式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责任人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① 产品上样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18L样机到位＋演示道具（对比卡/测试视频/拆机图）＋体验区布置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照片回传＋抽检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地区负责人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② 产品价格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零售挂牌价＋加购价＋以旧换新政策，一城一表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价盘表签字确认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经销商＋商务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③ 促销政策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加购政策/满件叠加/活动档期与额度，提前锁定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政策函确认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项目组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④ 落地门店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确定核心门店名单＋店长确认配合＋出样位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门店确认单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地区负责人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⑤ 人员名单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店总/导购名单、管干名单（含联系方式）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名单表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地区负责人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⑥ 数据基础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门店近30天烟灶/燃热销量、竞品比价表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数据表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地区＋项目组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① 产品上样要求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看得见才卖得动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5753404"/>
                <a:gridCol w="331927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标准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备注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18L样机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核心门店1台在售样机＋通电演示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缺样机不进培训名单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体验道具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16/18/20升对比卡（A4）＋三点同开实测视频＋拆机/透明件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视频投屏或平板循环播放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物料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18L卖点KT板＋加购政策台卡＋小区案例图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统一模板，地区不得自制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陈列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烟灶旁动线可达、与16L/20L同区对比陈列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拍照回传验收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演示位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能接水通电的实际演示位（非模型）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现场开关水演示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② 产品价格（一城一表 · 参考深圳口径）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价盘参考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5089550"/>
                <a:gridCol w="3983126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口径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零售挂牌价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按总部价格体系执行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不得低于公司最低限价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加购价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烟灶加购18L：3999元（参考深圳）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活动专属，锁定当日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满件叠加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满三件整单再减500（参考）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与其他优惠不冲突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以旧换新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旧机抵扣＋老客介绍政策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需地区按当地政策确认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售后政策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整机5年质保；辅材报销300元前置公开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安装透明化，减少投诉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③ 促销政策（提前锁定，避免现场没的讲）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政策清单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1. 活动主题：延续「金九银十·买老板送18L燃热」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2. 核心政策：烟灶加购18L 3999元；满三件整单再减500；老房换新一起定享额外政策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3. 区域适配：允许地区按竞争强度申请专属额度，但须提前3天报备，口径统一对外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4. 兑现方式：活动结束3天内完成核销，费用按总部流程结算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5. 红线：不得口头承诺政策外优惠；不得对竞品做材质拉踩；不得承诺保修年限以外内容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6. 配套：加购政策台卡、朋友圈文案模板、战报模板（项目组统一提供）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④ 落地门店确认（关键一步）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宁少勿滥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6195974"/>
                <a:gridCol w="3319272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准入条件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确认动作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客群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双卫及以上户型客群占比高（≥40%）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门店近30天订单结构核对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人员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有18L主推导购，能排班做体验动作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导购名单＋排班表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店长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店长认可并愿意日检（开口率100%）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店长确认单签字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硬件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有样机位、可通电通水演示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现场勘测照片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每城核心门店8-12家（起步）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名单报项目组审核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二、每城出差一周工作内容（5个工作日）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节奏表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9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781"/>
                <a:gridCol w="1770278"/>
                <a:gridCol w="5532120"/>
                <a:gridCol w="2766060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主题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关键动作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产出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Day1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前期对接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与地区负责人/经销商对齐目标与政策；确认门店名单与排班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目标共识表、行程表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Day2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门店调研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走访核心门店：陈列/样机/竞品比价/导购访谈/客户访谈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调研表、竞品比价表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Day3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管干会议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目标分解到店到人；宣导机制（积分/排行/奖惩）；答疑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门店目标卡、机制宣导记录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Day4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终端培训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六步法＋终端体验实操＋异议通关演练＋政策讲解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培训签到、通关评分表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Day5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复盘交付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问题清单、标杆确定、下周计划；与地区确定跟盯机制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城市复盘报告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出差前准备（项目组内部 · T-7天）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出差小组自备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6417259"/>
                <a:gridCol w="287670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明细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责任人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课件物料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六步法课件、对比卡、实测视频、KT板、政策台卡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内容官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数据模板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门店目标表、调研表、比价表、积分表、日达成表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AI交付总监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名单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参训人员名单、管干名单、门店名单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地区负责人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行程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5天行程表（含交通住宿、会议场地、投屏设备）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出差小组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应急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备用样机/演示件、常见问题答疑手册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项目组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出差中的每日输出（当天回传）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倒逼质量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每日照片：培训现场、门店陈列、体验演示（不少于3张）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每日数据：走访门店数、访谈人数、培训人数、通关人数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每日问题：现场发现的问题＋当场解决情况（问题不过夜）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每日简报：一句话进展发项目群，让总部同步节奏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纪律：当天不回传＝当天不算完成；数据要能对上（培训人数 vs 签到表 vs 通关表）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出差后交付物（返程3天内）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可验收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5089550"/>
                <a:gridCol w="3983126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交付物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验收标准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城市复盘报告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数据（前后对比）＋问题＋下一步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有数字、有责任人、有时间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门店目标表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每店18L目标＋配套率目标＋责任人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店长确认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话术落地检查表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开口率/讲满时长/留存话术检查项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抽查≥3家门店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培训与通关记录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签到表、通关评分、未通关补测名单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通关率≥90%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案例沉淀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现场成交案例不少于2个（图文）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进案例库编号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分工与责任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谁做什么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8851392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角色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职责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项目组（出差小组）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行程与交付总负责；管干会议、终端培训主讲；复盘报告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地区负责人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准备项落地（上样/门店/名单）；会议组织；数据回传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价格与政策确认；样机与物料投入；门店配合保障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培训老师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终端培训授课与通关评分；现场示范带做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内容官（俊远）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课件与话术迭代；案例沉淀；战报与宣传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AI交付总监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数据看板与模板支撑；进度跟盯；复盘数据支撑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下月排期建议（示例）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DE68A"/>
                </a:solidFill>
                <a:latin typeface="微软雅黑"/>
              </a:rPr>
              <a:t>可按地区调整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3319272"/>
                <a:gridCol w="5974689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动作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T-7天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准备项确认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六项准备清单全部完成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T-5天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行程与名单锁定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参训名单、行程、场地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T-3天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物料发出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课件/对比卡/物料到店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T-0天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出差小组进场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Day1前期对接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T+5天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返程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复盘报告初稿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T+8天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交付物归档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报告/目标表/检查表/案例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去一周，能落地、能出数、能留下机制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准备在前：上样、价格、政策、门店四件事不齐，不出差。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执行在中：对接、调研、会议、培训、复盘，一天不空。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沉淀在后：报告、目标表、检查表、案例，件件可验收。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深圳18L燃热样板打造项目组 ｜ 2026-09-22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