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DE68A"/>
                </a:solidFill>
                <a:latin typeface="微软雅黑"/>
              </a:rPr>
              <a:t>深圳老板电器 · 18L燃热样板打造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微软雅黑"/>
              </a:rPr>
              <a:t>燃热配套率提升</a:t>
            </a: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微软雅黑"/>
              </a:rPr>
              <a:t>分享会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ECACA"/>
                </a:solidFill>
                <a:latin typeface="微软雅黑"/>
              </a:rPr>
              <a:t>数据说话 · 结构升级 · 把配套率做起来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29260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DE68A"/>
                </a:solidFill>
                <a:latin typeface="微软雅黑"/>
              </a:rPr>
              <a:t>经销商老板专场 ｜ 2026-09-16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一、先说战果：13天，燃热119台、18L 37台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9/3-9/15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401"/>
                <a:gridCol w="3833347"/>
                <a:gridCol w="496080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数值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燃热销量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119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日均 9.2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18L及以上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37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18L占比 31.1%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单日最高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9/13 燃热24台 / 18L11台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全阶段最强单日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订单量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540 单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燃热配套率 21.7%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结论：燃热不是卖不动，是「还没开始卖」。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13天540单里，只有117单带了燃热——也就是说，超过八成的烟灶订单，燃热是空着的。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这21.7%的配套率，就是各位老板接下来最容易拿到的那部分增量。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二、两个关键数据：配套率没动，18L结构在动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一阶段 vs 二阶段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2365"/>
                <a:gridCol w="2480401"/>
                <a:gridCol w="2480401"/>
                <a:gridCol w="2931383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一阶段 9/3-9/10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二阶段 9/11-9/15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变化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B45309"/>
                          </a:solidFill>
                          <a:latin typeface="微软雅黑"/>
                        </a:rPr>
                        <a:t>燃热配套率（燃热/订单）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B45309"/>
                          </a:solidFill>
                          <a:latin typeface="微软雅黑"/>
                        </a:rPr>
                        <a:t>21.7%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B45309"/>
                          </a:solidFill>
                          <a:latin typeface="微软雅黑"/>
                        </a:rPr>
                        <a:t>21.7%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B45309"/>
                          </a:solidFill>
                          <a:latin typeface="微软雅黑"/>
                        </a:rPr>
                        <a:t>没动 ← 最大机会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18L配套率（18L/订单）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5.0%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8.3%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+66%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18L占燃热比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24.2%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39.6%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+15.4pt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燃热日均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8.3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10.6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+28%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18L日均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2.0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4.2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5803D"/>
                          </a:solidFill>
                          <a:latin typeface="微软雅黑"/>
                        </a:rPr>
                        <a:t>+110%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745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一句话：结构已经跑通（卖一台就更容易卖18升），但「开口率」还没上来。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配套率21.7%意味着——做到40%，同样540单就是216台燃热，多出99台。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三、算笔账：配套率每提10个点，值多少钱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按13天540单测算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401"/>
                <a:gridCol w="2705892"/>
                <a:gridCol w="2705892"/>
                <a:gridCol w="3382365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配套率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燃热台数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较现在增加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按18L占燃热40%推算18L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21.7%（现状）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117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约 47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162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+45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约 65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216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+99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约 86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270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+153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约 108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7455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按18L加购价约4000元/台估算：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配套率从21.7%做到40%，13天就多出99台燃热，其中约39台是18L——这部分是实打实的客单价与毛利提升。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更重要的是：燃热卖出去，客户是在你家门店一次性配齐厨电，粘性和口碑都留在你店里。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四、为什么现在必须推燃热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品类机会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4552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1. 品类机会已经出现，且只有我们有空档。</a:t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   竞品主战场集中在16升；20升出现断层（国产几乎放弃，日系当高端旗舰打）。18升是老板在终端的独家位置——别人没有，我们有。</a:t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2. 燃热是烟灶客户「最顺的那一件」。</a:t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   客户进店本来就是为装修配齐厨电，热水器是必买项。你不接，他就去别家配——配套率空着的每一单，都是送给竞品的。</a:t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3. 客单价与毛利结构更好。</a:t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   18L加购价约4000元/台；同样一次上门、一次安装、一次售后，多做一台燃热，门店的产出结构完全不同。</a:t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4. 竞争壁垒可以立起来。</a:t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   竞品还在讲「16升够用」；我们把18升讲成标准（G2.5气表能真正跑满的最大升数），客户认知一旦建立，很难被撬走。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五、18L到底强在哪（三句话讲透）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产品力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1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9019641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核心点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讲给客户的话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真18升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换热器由四分管升级为五分管，火排面积、喷嘴直径、热负荷同步升级——机器本身就长成18升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免改表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用现有G2.5气表直接装，不改表不改管路不报批，省两三千；20升要换G4表还得改管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恒温稳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±0.1℃精准控温，两个卫生间加厨房同时用水，水温水量双稳，不忽冷忽热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多点同开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双卫同洗不排队、不掉温，这是16升给不了的体验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91C1C"/>
                </a:solidFill>
                <a:latin typeface="微软雅黑"/>
              </a:rPr>
              <a:t>一句话：同样三四千的价位，竞品给的是14升、16升，我们给的是真18升。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六、竞品会怎么拦，我们怎么接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三种常见打法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1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2365"/>
                <a:gridCol w="7892186"/>
              </a:tblGrid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竞品打法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我们的接法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「16升够用了」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16升是够用，但够不够爽？双卫同时洗、厨房还开水，16升就差这口稳——18升才够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「16升能增容到18升」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增容是把16升的水挤出来卖，机器加热能力没变；我们是真升级——五分管、火排、喷嘴全换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「直接上20升」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20升用G2.5气表装得上、跑不满，实际出水也就16升左右，还得多花换表改管的钱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12745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提醒各门店统一口径：不纠缠20升改表、不做材质拉踩、不信口承诺保修年限；只讲18升免改表和多点同开。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七、怎么推：四件事，今天就能开始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落地动作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1. 开口率做到100%。</a:t>
            </a:r>
          </a:p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   每个烟灶客户必须提一句热水器。开口话术只有一句：「烟灶报价我等下给您算，您家几个卫生间？热水器要不要一起看看，有加购活动。」</a:t>
            </a:r>
          </a:p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2. 用「算出来的升数」立标准。</a:t>
            </a:r>
          </a:p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   问完卫生间数，直接给结论：「您家两个卫生间，18升正好是G2.5气表能真正跑满的最大升数，不用改表。」</a:t>
            </a:r>
          </a:p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3. 让客户眼见为实。</a:t>
            </a:r>
          </a:p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   放三点同开的实测视频（16升掉温、18升不掉）＋16/18/20升对比卡，客户自己就能得出结论。</a:t>
            </a:r>
          </a:p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4. 留资跟进不断线。</a:t>
            </a:r>
          </a:p>
          <a:p>
            <a:pPr algn="l">
              <a:lnSpc>
                <a:spcPct val="155000"/>
              </a:lnSpc>
            </a:pPr>
            <a:r>
              <a:rPr sz="1550" b="0">
                <a:solidFill>
                  <a:srgbClr val="1E293B"/>
                </a:solidFill>
                <a:latin typeface="微软雅黑"/>
              </a:rPr>
              <a:t>   加微信、发实测视频和安装图、3天内至少触达2次；有意向的安排免费上门勘测。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八、项目组给的支持 + 今天的行动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保障与号召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803D"/>
                </a:solidFill>
                <a:latin typeface="微软雅黑"/>
              </a:rPr>
              <a:t>你只管卖，后面这些我们兜着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577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物料：16/18/20升对比卡、透明演示件、卖点KT板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内容：实测视频、话术卡、12份导购实战案例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培训：晨读话术、老师到店SOP评分、通关认证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活动：金九银十加价购、满件叠加、以旧换新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数据：每日达成表、积分排行、每周复盘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售后：透明报价、辅材报销政策支持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430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今天的行动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1. 本周每店定一个燃热配套率目标（建议不低于30%）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2. 今天起，烟灶客户开口率100%，店长日检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3. 9/30收官前，18L累计目标100台，缺口大家一起补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4. 每卖一台18L，当天把安装图发群里——好案例就是最好的推广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66928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配套率21.7%，就是各位老板手上最确定的增量。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