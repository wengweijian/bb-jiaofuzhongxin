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F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DE68A"/>
                </a:solidFill>
                <a:latin typeface="微软雅黑"/>
              </a:rPr>
              <a:t>深圳老板电器 · 18L燃热样板打造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微软雅黑"/>
              </a:rPr>
              <a:t>渠道核心策略复盘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FECACA"/>
                </a:solidFill>
                <a:latin typeface="微软雅黑"/>
              </a:rPr>
              <a:t>四大关键事项 · 活动落地达成率 · 落地实录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069080"/>
            <a:ext cx="2926080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DE68A"/>
                </a:solidFill>
                <a:latin typeface="微软雅黑"/>
              </a:rPr>
              <a:t>周一例会专用 ｜ 2026-09-14（9/13目标二次更新版）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ECACA"/>
                </a:solidFill>
                <a:latin typeface="微软雅黑"/>
              </a:rPr>
              <a:t>数据源：《渠道核心策略进度表》9/13二次更新版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一、四大关键事项完成度（19位业务/店总）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节点 9/4 · 9/7 · 9/10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4549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2365"/>
                <a:gridCol w="1578437"/>
                <a:gridCol w="2142164"/>
                <a:gridCol w="1803928"/>
                <a:gridCol w="2367655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关键事项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点检节点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完成/应完成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完成率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状态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渠道二次启动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9/4前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14 / 19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73.7%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基本完成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B91C1C"/>
                          </a:solidFill>
                          <a:latin typeface="微软雅黑"/>
                        </a:rPr>
                        <a:t>活动落地排期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B91C1C"/>
                          </a:solidFill>
                          <a:latin typeface="微软雅黑"/>
                        </a:rPr>
                        <a:t>9/7前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B91C1C"/>
                          </a:solidFill>
                          <a:latin typeface="微软雅黑"/>
                        </a:rPr>
                        <a:t>8 / 19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B91C1C"/>
                          </a:solidFill>
                          <a:latin typeface="微软雅黑"/>
                        </a:rPr>
                        <a:t>42.1%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B91C1C"/>
                          </a:solidFill>
                          <a:latin typeface="微软雅黑"/>
                        </a:rPr>
                        <a:t>⚠ 最薄弱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B91C1C"/>
                          </a:solidFill>
                          <a:latin typeface="微软雅黑"/>
                        </a:rPr>
                        <a:t>门店物料布置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B91C1C"/>
                          </a:solidFill>
                          <a:latin typeface="微软雅黑"/>
                        </a:rPr>
                        <a:t>9/10前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B91C1C"/>
                          </a:solidFill>
                          <a:latin typeface="微软雅黑"/>
                        </a:rPr>
                        <a:t>6 / 19 达标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B91C1C"/>
                          </a:solidFill>
                          <a:latin typeface="微软雅黑"/>
                        </a:rPr>
                        <a:t>31.6%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B91C1C"/>
                          </a:solidFill>
                          <a:latin typeface="微软雅黑"/>
                        </a:rPr>
                        <a:t>⚠ 待核实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B91C1C"/>
                          </a:solidFill>
                          <a:latin typeface="微软雅黑"/>
                        </a:rPr>
                        <a:t>活动落地（场次）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B91C1C"/>
                          </a:solidFill>
                          <a:latin typeface="微软雅黑"/>
                        </a:rPr>
                        <a:t>每阶段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B91C1C"/>
                          </a:solidFill>
                          <a:latin typeface="微软雅黑"/>
                        </a:rPr>
                        <a:t>14 / 66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B91C1C"/>
                          </a:solidFill>
                          <a:latin typeface="微软雅黑"/>
                        </a:rPr>
                        <a:t>21.2%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B91C1C"/>
                          </a:solidFill>
                          <a:latin typeface="微软雅黑"/>
                        </a:rPr>
                        <a:t>⚠ 新目标后大幅下滑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B45309"/>
                          </a:solidFill>
                          <a:latin typeface="微软雅黑"/>
                        </a:rPr>
                        <a:t>活动落地 ≥100%人数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B45309"/>
                          </a:solidFill>
                          <a:latin typeface="微软雅黑"/>
                        </a:rPr>
                        <a:t>每阶段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B45309"/>
                          </a:solidFill>
                          <a:latin typeface="微软雅黑"/>
                        </a:rPr>
                        <a:t>4 / 19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B45309"/>
                          </a:solidFill>
                          <a:latin typeface="微软雅黑"/>
                        </a:rPr>
                        <a:t>21.1%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B45309"/>
                          </a:solidFill>
                          <a:latin typeface="微软雅黑"/>
                        </a:rPr>
                        <a:t>两极分化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43400"/>
            <a:ext cx="1127455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64748B"/>
                </a:solidFill>
                <a:latin typeface="微软雅黑"/>
              </a:rPr>
              <a:t>· 本版目标再次上调并补齐：黄远兵活动8场、谭辉6场、石欣欣8场、向宏洁6场、卢家宝6场（此前多人无目标）。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64748B"/>
                </a:solidFill>
                <a:latin typeface="微软雅黑"/>
              </a:rPr>
              <a:t>· 目标补齐后，全场活动落地 完成14/66 场 = 21.2%——不是动作变少，是标尺变准了。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64748B"/>
                </a:solidFill>
                <a:latin typeface="微软雅黑"/>
              </a:rPr>
              <a:t>· 亮点：向宏洁「大东明鸿发居」异业宣讲 到场30人、获资2户；彭泽新一人已落地4场。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64748B"/>
                </a:solidFill>
                <a:latin typeface="微软雅黑"/>
              </a:rPr>
              <a:t>· 风险：门店物料布置多为 0/N——需区分「未布置」还是「未回填」。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二、活动落地达成率（各管干 · 按达成率排序）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完成 ÷ 目标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5577837" cy="4425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238"/>
                <a:gridCol w="1338681"/>
                <a:gridCol w="780897"/>
                <a:gridCol w="780897"/>
                <a:gridCol w="1227124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姓名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渠道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目标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完成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达成率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李秋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鄞树凯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吴松青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梁高军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家装部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45309"/>
                          </a:solidFill>
                          <a:latin typeface="微软雅黑"/>
                        </a:rPr>
                        <a:t>余维斌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50%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45309"/>
                          </a:solidFill>
                          <a:latin typeface="微软雅黑"/>
                        </a:rPr>
                        <a:t>张优鑫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家装部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50%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45309"/>
                          </a:solidFill>
                          <a:latin typeface="微软雅黑"/>
                        </a:rPr>
                        <a:t>李玮桢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家装部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50%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9A3412"/>
                          </a:solidFill>
                          <a:latin typeface="微软雅黑"/>
                        </a:rPr>
                        <a:t>彭泽新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3412"/>
                          </a:solidFill>
                          <a:latin typeface="微软雅黑"/>
                        </a:rPr>
                        <a:t>苏宁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3412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3412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3412"/>
                          </a:solidFill>
                          <a:latin typeface="微软雅黑"/>
                        </a:rPr>
                        <a:t>37.5%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9A3412"/>
                          </a:solidFill>
                          <a:latin typeface="微软雅黑"/>
                        </a:rPr>
                        <a:t>向宏洁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3412"/>
                          </a:solidFill>
                          <a:latin typeface="微软雅黑"/>
                        </a:rPr>
                        <a:t>经销商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3412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3412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3412"/>
                          </a:solidFill>
                          <a:latin typeface="微软雅黑"/>
                        </a:rPr>
                        <a:t>16.7%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9A3412"/>
                          </a:solidFill>
                          <a:latin typeface="微软雅黑"/>
                        </a:rPr>
                        <a:t>石欣欣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3412"/>
                          </a:solidFill>
                          <a:latin typeface="微软雅黑"/>
                        </a:rPr>
                        <a:t>经销商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3412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3412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3412"/>
                          </a:solidFill>
                          <a:latin typeface="微软雅黑"/>
                        </a:rPr>
                        <a:t>12.5%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1097280"/>
          <a:ext cx="5422388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821"/>
                <a:gridCol w="1409821"/>
                <a:gridCol w="759134"/>
                <a:gridCol w="759134"/>
                <a:gridCol w="1084478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姓名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渠道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目标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完成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达成率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唐敏球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康建林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吕艳霞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冯志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李业州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家装部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杨坤泉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家装部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卢家宝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百安居/山姆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黄远兵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顺电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谭辉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京东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806440"/>
            <a:ext cx="112745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达标（≥100%）4人：李秋100%、鄞树凯100%、吴松青100%、梁高军100%　｜　零执行9人：唐敏球、康建林、吕艳霞、冯志、李业州、杨坤泉、卢家宝、黄远兵、谭辉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三、全项达标 &amp; 零执行清单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物料 + 活动落地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577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5803D"/>
                </a:solidFill>
                <a:latin typeface="微软雅黑"/>
              </a:rPr>
              <a:t>✅ 全项达标（物料达标＋活动落地100%）1人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5577838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681"/>
                <a:gridCol w="1338681"/>
                <a:gridCol w="1004011"/>
                <a:gridCol w="1004011"/>
                <a:gridCol w="892454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姓名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渠道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门店物料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活动落地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达成率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梁高军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家装部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5/5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2/2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377440"/>
            <a:ext cx="5577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微软雅黑"/>
              </a:rPr>
              <a:t>物料布置达标6人：向宏洁6/6、石欣欣10/10、梁高军5/5、张优鑫2/2、李玮桢2/2、余维斌1/1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64748B"/>
                </a:solidFill>
                <a:latin typeface="微软雅黑"/>
              </a:rPr>
              <a:t>（其中仅梁高军活动落地同时达标）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05156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91C1C"/>
                </a:solidFill>
                <a:latin typeface="微软雅黑"/>
              </a:rPr>
              <a:t>⚠ 活动落地零执行（9人）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1463040"/>
          <a:ext cx="5422391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613"/>
                <a:gridCol w="1952061"/>
                <a:gridCol w="1626717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姓名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渠道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目标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唐敏球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康建林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吕艳霞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冯志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李业州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家装部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杨坤泉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家装部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卢家宝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百安居/山姆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黄远兵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顺电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谭辉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京东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四、已落地动作实录（18场 · 9/4-9/13）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含到场/获资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5577838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897"/>
                <a:gridCol w="948232"/>
                <a:gridCol w="1673352"/>
                <a:gridCol w="2175357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日期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负责人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门店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落地形式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梁高军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鼎昇装饰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设计师下午茶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09/05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吕艳霞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欧洲城索菲亚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小区活动落地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鄞树凯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龙岗国安居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异业落地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09/07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李丹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欧洲城香江家居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异业联盟18L燃热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余维斌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设计师下午茶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09/08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梁高军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名雕分部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18L培训宣贯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张优鑫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圣都设计师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18L培训宣贯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09/09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李伟桢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佳美域分部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18L培训宣贯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石欣欣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经销商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18L培训宣贯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1188720"/>
          <a:ext cx="542238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134"/>
                <a:gridCol w="921806"/>
                <a:gridCol w="1518269"/>
                <a:gridCol w="22231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日期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负责人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门店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落地形式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彭泽鑫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苏宁渠道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18L培训宣贯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09/10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李丹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欧洲城香江家居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异业宣讲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吴松青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南山国安居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异业落地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09/11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向宏洁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大东明鸿发居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异业宣讲★到场30·获资2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彭泽新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华强苏宁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早餐会主推宣讲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09/12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卢家宝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罗湖百安居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晨会主推宣讲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彭泽新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沙井苏宁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小区品鉴会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09/12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吕艳霞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维意定制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活动落地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09/13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彭泽新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翠竹苏宁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早餐会主推宣讲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212080"/>
            <a:ext cx="112745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· 形式多元：培训宣贯5场、异业宣讲/联盟5场、设计师沙龙3场、主推/晨会/早餐会4场、小区落地2场。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· 家装渠道「18L培训宣贯」集中铺开（名雕/圣都/佳美域/经销商/苏宁），为二阶段蓄客。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五、问题根因 &amp; 下周动作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例会落地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4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B91C1C"/>
                </a:solidFill>
                <a:latin typeface="微软雅黑"/>
              </a:rPr>
              <a:t>问题根因（4条）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1127455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1. 前置项没做完——「活动落地排期」仅42%，排期不出，物料布置与落地动作无从承接。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2. 新目标下差距拉大——活动落地完成 14/66 场（21.2%），达标（≥100%）仅4人；零执行9人。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3. 高目标群体集体踩空——黄远兵目标8场0执行、石欣欣8场1场、向宏洁6场1场、卢家宝6场0执行、谭辉6场0执行。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4. 落地有数量无闭环——18场动作中仅向宏洁1场记录到场/获资，其余缺量化。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11880"/>
            <a:ext cx="11274552" cy="2743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767328"/>
            <a:ext cx="11274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5803D"/>
                </a:solidFill>
                <a:latin typeface="微软雅黑"/>
              </a:rPr>
              <a:t>下周动作（5条）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51376"/>
            <a:ext cx="1127455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1. 排期攻坚：未提交排期的11人周例会后24小时内补齐，渠道负责人签字确认。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2. 活动落地零执行9人逐人约谈，本周必须完成1场并回传「照片+到场数」。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3. 高目标人群（黄远兵8、石欣欣8、向宏洁6、卢家宝6、谭辉6）配资源，渠道负责人带做首场。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4. 落地动作必须量化：每场填「到场／获资／燃热签单／18L台数」，无量化不计积分。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5. 标杆复制：李秋、鄞树凯、吴松青、梁高军（均100%）的落地打法做成模板，周三渠道会分享。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