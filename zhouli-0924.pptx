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401" r:id="rId3"/>
    <p:sldId id="526" r:id="rId4"/>
    <p:sldId id="465" r:id="rId5"/>
    <p:sldId id="511" r:id="rId6"/>
    <p:sldId id="512" r:id="rId7"/>
    <p:sldId id="513" r:id="rId8"/>
    <p:sldId id="527" r:id="rId15"/>
    <p:sldId id="528" r:id="rId16"/>
    <p:sldId id="529" r:id="rId17"/>
    <p:sldId id="530" r:id="rId18"/>
    <p:sldId id="531" r:id="rId19"/>
    <p:sldId id="532" r:id="rId20"/>
    <p:sldId id="533" r:id="rId21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iri Kato" initials="D.K" lastIdx="0" clrIdx="0"/>
  <p:cmAuthor id="2" name="未知用户177" initials="未" lastIdx="0" clrIdx="1"/>
  <p:cmAuthor id="3" name="志才 高" initials="志" lastIdx="0" clrIdx="2"/>
  <p:cmAuthor id="4" name="未知用户184" initials="未" lastIdx="0" clrIdx="3"/>
  <p:cmAuthor id="5" name="未知用户1" initials="未" lastIdx="0" clrIdx="4"/>
  <p:cmAuthor id="6" name="未知用户179" initials="未" lastIdx="0" clrIdx="5"/>
  <p:cmAuthor id="7" name="张润虹" initials="张" lastIdx="0" clrIdx="6"/>
  <p:cmAuthor id="8" name="未知用户185" initials="未" lastIdx="0" clrIdx="7"/>
  <p:cmAuthor id="9" name="姜伟光" initials="姜" lastIdx="0" clrIdx="8"/>
  <p:cmAuthor id="10" name="未知用户181" initials="未" lastIdx="0" clrIdx="9"/>
  <p:cmAuthor id="11" name="lenovo" initials="l" lastIdx="0" clrIdx="10"/>
  <p:cmAuthor id="12" name="未知用户182" initials="未" lastIdx="0" clrIdx="11"/>
  <p:cmAuthor id="13" name="Administrator" initials="A" lastIdx="0" clrIdx="12"/>
  <p:cmAuthor id="14" name="未知用户204" initials="未" lastIdx="0" clrIdx="13"/>
  <p:cmAuthor id="15" name="作者" initials="作" lastIdx="0" clrIdx="14"/>
  <p:cmAuthor id="16" name="未知用户205" initials="未" lastIdx="0" clrIdx="15"/>
  <p:cmAuthor id="17" name="宋洁然" initials="宋" lastIdx="0" clrIdx="16"/>
  <p:cmAuthor id="18" name="ming qiu" initials="m" lastIdx="0" clrIdx="17"/>
  <p:cmAuthor id="19" name="俞 华晓" initials="俞" lastIdx="0" clrIdx="18"/>
  <p:cmAuthor id="20" name="未知用户193" initials="未" lastIdx="0" clrIdx="19"/>
  <p:cmAuthor id="21" name="王 雪" initials="王" lastIdx="0" clrIdx="20"/>
  <p:cmAuthor id="22" name="未知用户194" initials="未" lastIdx="0" clrIdx="21"/>
  <p:cmAuthor id="23" name="apple平常" initials="a" lastIdx="0" clrIdx="22"/>
  <p:cmAuthor id="24" name="未知用户107" initials="未" lastIdx="0" clrIdx="23"/>
  <p:cmAuthor id="25" name="储 文圆" initials="储" lastIdx="0" clrIdx="24"/>
  <p:cmAuthor id="26" name="未知用户187" initials="未" lastIdx="0" clrIdx="25"/>
  <p:cmAuthor id="27" name="apple" initials="a" lastIdx="0" clrIdx="26"/>
  <p:cmAuthor id="28" name="Kent" initials="K" lastIdx="0" clrIdx="27"/>
  <p:cmAuthor id="29" name="r210185" initials="r" lastIdx="0" clrIdx="28"/>
  <p:cmAuthor id="30" name="留毓吟" initials="留" lastIdx="0" clrIdx="29"/>
  <p:cmAuthor id="31" name="Microsoft Office User" initials="MOU" lastIdx="0" clrIdx="30"/>
  <p:cmAuthor id="32" name="未知的使用者204" initials="未" lastIdx="0" clrIdx="31"/>
  <p:cmAuthor id="33" name="微软用户" initials="微" lastIdx="0" clrIdx="32"/>
  <p:cmAuthor id="34" name="杨中宝" initials="杨中宝" lastIdx="0" clrIdx="33"/>
  <p:cmAuthor id="35" name="HUAWEI" initials="H" lastIdx="0" clrIdx="34"/>
  <p:cmAuthor id="36" name="mac mac" initials="" lastIdx="0" clrIdx="35"/>
  <p:cmAuthor id="37" name="vivianyang" initials="v" lastIdx="0" clrIdx="36"/>
  <p:cmAuthor id="38" name="周远川" initials="周远川" lastIdx="0" clrIdx="37"/>
  <p:cmAuthor id="39" name="未知的使用者2" initials="未" lastIdx="0" clrIdx="38"/>
  <p:cmAuthor id="40" name="wy" initials="w" lastIdx="0" clrIdx="39"/>
  <p:cmAuthor id="41" name="未知的使用者7" initials="未" lastIdx="0" clrIdx="40"/>
  <p:cmAuthor id="42" name="jiping" initials="j" lastIdx="0" clrIdx="41"/>
  <p:cmAuthor id="43" name="管秀著" initials="管" lastIdx="0" clrIdx="42"/>
  <p:cmAuthor id="44" name="86188" initials="8" lastIdx="0" clrIdx="43"/>
  <p:cmAuthor id="45" name="未知的使用者17" initials="未" lastIdx="0" clrIdx="44"/>
  <p:cmAuthor id="46" name="r211188" initials="r" lastIdx="0" clrIdx="45"/>
  <p:cmAuthor id="47" name="未知的使用者15" initials="未" lastIdx="0" clrIdx="46"/>
  <p:cmAuthor id="48" name="P00035_jeremy" initials="P" lastIdx="0" clrIdx="47"/>
  <p:cmAuthor id="49" name="殷格非" initials="殷" lastIdx="0" clrIdx="48"/>
  <p:cmAuthor id="50" name="未知的使用者29" initials="未" lastIdx="0" clrIdx="49"/>
  <p:cmAuthor id="51" name="z r" initials="zr" lastIdx="0" clrIdx="50"/>
  <p:cmAuthor id="52" name="未知的使用者30" initials="未" lastIdx="0" clrIdx="51"/>
  <p:cmAuthor id="53" name="lc xue" initials="lx" lastIdx="0" clrIdx="52"/>
  <p:cmAuthor id="54" name="未知的使用者26" initials="未" lastIdx="0" clrIdx="53"/>
  <p:cmAuthor id="55" name="孟芳芳（借调）" initials="V" lastIdx="0" clrIdx="54"/>
  <p:cmAuthor id="56" name="未知的使用者27" initials="未" lastIdx="0" clrIdx="55"/>
  <p:cmAuthor id="57" name="罗志军" initials="Microsof" lastIdx="0" clrIdx="56"/>
  <p:cmAuthor id="58" name="未知的使用者8" initials="未" lastIdx="0" clrIdx="57"/>
  <p:cmAuthor id="59" name="未知的使用者9" initials="未" lastIdx="0" clrIdx="58"/>
  <p:cmAuthor id="60" name="未知的使用者10" initials="未" lastIdx="0" clrIdx="59"/>
  <p:cmAuthor id="61" name="未知用户12" initials="未" lastIdx="0" clrIdx="60"/>
  <p:cmAuthor id="62" name="未知用户13" initials="未" lastIdx="0" clrIdx="61"/>
  <p:cmAuthor id="63" name="未知用户14" initials="未" lastIdx="0" clrIdx="62"/>
  <p:cmAuthor id="64" name="未知用户8" initials="未" lastIdx="0" clrIdx="63"/>
  <p:cmAuthor id="65" name="未知用户9" initials="未" lastIdx="0" clrIdx="64"/>
  <p:cmAuthor id="66" name="未知的使用者28" initials="未" lastIdx="0" clrIdx="65"/>
  <p:cmAuthor id="67" name="王鹏凯" initials="王" lastIdx="0" clrIdx="66"/>
  <p:cmAuthor id="68" name="Deanna Schuler (Bookey Consulting)" initials="D" lastIdx="0" clrIdx="67"/>
  <p:cmAuthor id="69" name="Wenwen" initials="W" lastIdx="0" clrIdx="68"/>
  <p:cmAuthor id="70" name="未知的使用者11" initials="未" lastIdx="0" clrIdx="69"/>
  <p:cmAuthor id="71" name="Unknown User7" initials="U" lastIdx="0" clrIdx="70"/>
  <p:cmAuthor id="72" name="Unknown User8" initials="U" lastIdx="0" clrIdx="71"/>
  <p:cmAuthor id="73" name="未知的使用者24" initials="未" lastIdx="0" clrIdx="72"/>
  <p:cmAuthor id="74" name="沈霄雷" initials="沈" lastIdx="0" clrIdx="73"/>
  <p:cmAuthor id="75" name="未知的使用者25" initials="未" lastIdx="0" clrIdx="74"/>
  <p:cmAuthor id="76" name="李哲(ZheLi)-顺丰科技" initials="a" lastIdx="0" clrIdx="75"/>
  <p:cmAuthor id="77" name="未知用户15" initials="未" lastIdx="0" clrIdx="76"/>
  <p:cmAuthor id="78" name="Echo" initials="E" lastIdx="0" clrIdx="77"/>
  <p:cmAuthor id="79" name="未知用户19" initials="未" lastIdx="0" clrIdx="78"/>
  <p:cmAuthor id="80" name="李百秋" initials="李" lastIdx="0" clrIdx="79"/>
  <p:cmAuthor id="81" name="Jason Wang" initials="J" lastIdx="0" clrIdx="80"/>
  <p:cmAuthor id="82" name="Saku Uchikawa" initials="S" lastIdx="0" clrIdx="81"/>
  <p:cmAuthor id="83" name="未知的使用者3" initials="未" lastIdx="0" clrIdx="82"/>
  <p:cmAuthor id="84" name="張秀娟" initials="張" lastIdx="0" clrIdx="83"/>
  <p:cmAuthor id="85" name="未知的使用者34" initials="未" lastIdx="0" clrIdx="84"/>
  <p:cmAuthor id="86" name="未知的使用者35" initials="未" lastIdx="0" clrIdx="85"/>
  <p:cmAuthor id="87" name="未知的使用者51" initials="未" lastIdx="0" clrIdx="86"/>
  <p:cmAuthor id="88" name="未知的使用者53" initials="未" lastIdx="0" clrIdx="87"/>
  <p:cmAuthor id="89" name="未知的使用者46" initials="未" lastIdx="0" clrIdx="88"/>
  <p:cmAuthor id="90" name="未知用户5" initials="未" lastIdx="0" clrIdx="89"/>
  <p:cmAuthor id="91" name="未知的使用者31" initials="未" lastIdx="0" clrIdx="90"/>
  <p:cmAuthor id="92" name="未知的使用者32" initials="未" lastIdx="0" clrIdx="91"/>
  <p:cmAuthor id="93" name="未知的使用者22" initials="未" lastIdx="0" clrIdx="92"/>
  <p:cmAuthor id="94" name="未知的使用者23" initials="未" lastIdx="0" clrIdx="93"/>
  <p:cmAuthor id="95" name="LeeElva" initials="L" lastIdx="0" clrIdx="94"/>
  <p:cmAuthor id="96" name="未知用户61" initials="未" lastIdx="0" clrIdx="95"/>
  <p:cmAuthor id="97" name="未知用户62" initials="未" lastIdx="0" clrIdx="96"/>
  <p:cmAuthor id="98" name="未知用户63" initials="未" lastIdx="0" clrIdx="97"/>
  <p:cmAuthor id="99" name="未知的使用者16" initials="未" lastIdx="0" clrIdx="98"/>
  <p:cmAuthor id="100" name="廖麗華" initials="廖" lastIdx="0" clrIdx="99"/>
  <p:cmAuthor id="101" name="未知的使用者12" initials="未" lastIdx="0" clrIdx="100"/>
  <p:cmAuthor id="102" name="qihua-DCMS" initials="q" lastIdx="0" clrIdx="101"/>
  <p:cmAuthor id="103" name="Daniel Wuu" initials="D" lastIdx="0" clrIdx="102"/>
  <p:cmAuthor id="104" name="px" initials="p" lastIdx="0" clrIdx="103"/>
  <p:cmAuthor id="105" name="未知的使用者13" initials="未" lastIdx="0" clrIdx="104"/>
  <p:cmAuthor id="106" name="未知的使用者14" initials="未" lastIdx="0" clrIdx="105"/>
  <p:cmAuthor id="107" name="Sky123.Org" initials="S" lastIdx="0" clrIdx="106"/>
  <p:cmAuthor id="108" name="周元元" initials="周" lastIdx="0" clrIdx="107"/>
  <p:cmAuthor id="109" name="未知用户18" initials="未" lastIdx="0" clrIdx="108"/>
  <p:cmAuthor id="110" name="未知用户21" initials="未" lastIdx="0" clrIdx="109"/>
  <p:cmAuthor id="111" name="YUMINGNJ" initials="Y" lastIdx="0" clrIdx="110"/>
  <p:cmAuthor id="112" name="daphne" initials="d" lastIdx="0" clrIdx="111"/>
  <p:cmAuthor id="113" name="LiuHui" initials="L" lastIdx="0" clrIdx="112"/>
  <p:cmAuthor id="114" name="P1063cindychen" initials="P" lastIdx="0" clrIdx="113"/>
  <p:cmAuthor id="115" name="AbuSina" initials="A" lastIdx="0" clrIdx="114"/>
  <p:cmAuthor id="116" name="未知用户59" initials="未" lastIdx="0" clrIdx="115"/>
  <p:cmAuthor id="117" name="未知用户60" initials="未" lastIdx="0" clrIdx="116"/>
  <p:cmAuthor id="118" name="未知的使用者67" initials="未" lastIdx="0" clrIdx="117"/>
  <p:cmAuthor id="119" name="未知的使用者66" initials="未" lastIdx="0" clrIdx="118"/>
  <p:cmAuthor id="120" name="未知的使用者60" initials="未" lastIdx="0" clrIdx="119"/>
  <p:cmAuthor id="121" name="未知用户2" initials="未" lastIdx="0" clrIdx="120"/>
  <p:cmAuthor id="122" name="未知用户3" initials="未" lastIdx="0" clrIdx="121"/>
  <p:cmAuthor id="123" name="未知用户58" initials="未" lastIdx="0" clrIdx="122"/>
  <p:cmAuthor id="124" name="未知用户55" initials="未" lastIdx="0" clrIdx="123"/>
  <p:cmAuthor id="125" name="未知的使用者62" initials="未" lastIdx="0" clrIdx="124"/>
  <p:cmAuthor id="126" name="未知的使用者61" initials="未" lastIdx="0" clrIdx="125"/>
  <p:cmAuthor id="127" name="未知的使用者57" initials="未" lastIdx="0" clrIdx="126"/>
  <p:cmAuthor id="128" name="qiantong" initials="q" lastIdx="0" clrIdx="127"/>
  <p:cmAuthor id="129" name="116304" initials="1" lastIdx="0" clrIdx="128"/>
  <p:cmAuthor id="130" name="Shawna Strickland" initials="S" lastIdx="0" clrIdx="129"/>
  <p:cmAuthor id="131" name="Ashley Eberenz" initials="A" lastIdx="0" clrIdx="130"/>
  <p:cmAuthor id="132" name="杜娇龙" initials="杜" lastIdx="0" clrIdx="131"/>
  <p:cmAuthor id="133" name="yuanzh" initials="y" lastIdx="0" clrIdx="132"/>
  <p:cmAuthor id="134" name="mm" initials="m" lastIdx="0" clrIdx="133"/>
  <p:cmAuthor id="135" name="未知的使用者36" initials="未" lastIdx="0" clrIdx="134"/>
  <p:cmAuthor id="136" name="未知用户22" initials="未" lastIdx="0" clrIdx="135"/>
  <p:cmAuthor id="137" name="未知用户24" initials="未" lastIdx="0" clrIdx="136"/>
  <p:cmAuthor id="138" name="未知的使用者95" initials="未" lastIdx="0" clrIdx="137"/>
  <p:cmAuthor id="139" name="未知的使用者92" initials="未" lastIdx="0" clrIdx="138"/>
  <p:cmAuthor id="140" name="未知的使用者93" initials="未" lastIdx="0" clrIdx="139"/>
  <p:cmAuthor id="141" name="未知的使用者94" initials="未" lastIdx="0" clrIdx="140"/>
  <p:cmAuthor id="142" name="朱晓瑜" initials="朱" lastIdx="0" clrIdx="141"/>
  <p:cmAuthor id="143" name="djj" initials="d" lastIdx="0" clrIdx="142"/>
  <p:cmAuthor id="144" name="lianghb" initials="l" lastIdx="0" clrIdx="143"/>
  <p:cmAuthor id="145" name="linyd" initials="l" lastIdx="0" clrIdx="144"/>
  <p:cmAuthor id="146" name="muzi wei" initials="m" lastIdx="0" clrIdx="145"/>
  <p:cmAuthor id="147" name="Windows 用户" initials="W" lastIdx="0" clrIdx="146"/>
  <p:cmAuthor id="148" name="未知用户56" initials="未" lastIdx="0" clrIdx="147"/>
  <p:cmAuthor id="149" name="未知用户51" initials="未" lastIdx="0" clrIdx="148"/>
  <p:cmAuthor id="150" name="未知的使用者56" initials="未" lastIdx="0" clrIdx="149"/>
  <p:cmAuthor id="151" name="未知的使用者55" initials="未" lastIdx="0" clrIdx="150"/>
  <p:cmAuthor id="152" name="未知的使用者52" initials="未" lastIdx="0" clrIdx="151"/>
  <p:cmAuthor id="153" name="未知的使用者72" initials="未" lastIdx="0" clrIdx="152"/>
  <p:cmAuthor id="154" name="未知的使用者74" initials="未" lastIdx="0" clrIdx="153"/>
  <p:cmAuthor id="155" name="未知的使用者71" initials="未" lastIdx="0" clrIdx="154"/>
  <p:cmAuthor id="156" name="曾红" initials="曾" lastIdx="0" clrIdx="155"/>
  <p:cmAuthor id="157" name="未知用户16" initials="未" lastIdx="0" clrIdx="156"/>
  <p:cmAuthor id="158" name="未知用户17" initials="未" lastIdx="0" clrIdx="157"/>
  <p:cmAuthor id="159" name="liupeng" initials="l" lastIdx="0" clrIdx="158"/>
  <p:cmAuthor id="160" name="周宏達JerryChou" initials="周" lastIdx="0" clrIdx="159"/>
  <p:cmAuthor id="161" name="luxu" initials="l" lastIdx="0" clrIdx="160"/>
  <p:cmAuthor id="162" name="hl sun" initials="h" lastIdx="0" clrIdx="161"/>
  <p:cmAuthor id="163" name="不明使用者20" initials="不" lastIdx="0" clrIdx="162"/>
  <p:cmAuthor id="164" name="不明使用者21" initials="不" lastIdx="0" clrIdx="163"/>
  <p:cmAuthor id="165" name="不明使用者18" initials="不" lastIdx="0" clrIdx="164"/>
  <p:cmAuthor id="166" name="不明使用者19" initials="不" lastIdx="0" clrIdx="165"/>
  <p:cmAuthor id="167" name="yuexuejun" initials="y" lastIdx="0" clrIdx="166"/>
  <p:cmAuthor id="168" name="未知的使用者76" initials="未" lastIdx="0" clrIdx="167"/>
  <p:cmAuthor id="169" name="未知的使用者70" initials="未" lastIdx="0" clrIdx="168"/>
  <p:cmAuthor id="170" name="未知的使用者73" initials="未" lastIdx="0" clrIdx="169"/>
  <p:cmAuthor id="171" name="未知用户57" initials="未" lastIdx="0" clrIdx="170"/>
  <p:cmAuthor id="172" name="Christina" initials="C" lastIdx="0" clrIdx="171"/>
  <p:cmAuthor id="173" name="jet" initials="j" lastIdx="0" clrIdx="172"/>
  <p:cmAuthor id="174" name="未知的使用者43" initials="未" lastIdx="0" clrIdx="173"/>
  <p:cmAuthor id="175" name="未知的使用者40" initials="未" lastIdx="0" clrIdx="174"/>
  <p:cmAuthor id="176" name="未知的使用者50" initials="未" lastIdx="0" clrIdx="175"/>
  <p:cmAuthor id="177" name="未知的使用者48" initials="未" lastIdx="0" clrIdx="176"/>
  <p:cmAuthor id="178" name="未知的使用者49" initials="未" lastIdx="0" clrIdx="177"/>
  <p:cmAuthor id="179" name="未知的使用者108" initials="未" lastIdx="0" clrIdx="178"/>
  <p:cmAuthor id="180" name="shinin" initials="s" lastIdx="0" clrIdx="179"/>
  <p:cmAuthor id="181" name="未知的使用者126" initials="未" lastIdx="0" clrIdx="180"/>
  <p:cmAuthor id="182" name="未知的使用者127" initials="未" lastIdx="0" clrIdx="181"/>
  <p:cmAuthor id="183" name="未知的使用者128" initials="未" lastIdx="0" clrIdx="182"/>
  <p:cmAuthor id="184" name="施金磊_JnaaF7Br" initials="authorId_619994198" lastIdx="0" clrIdx="183"/>
  <p:cmAuthor id="185" name="未知的使用者124" initials="未" lastIdx="0" clrIdx="184"/>
  <p:cmAuthor id="186" name="江睿闻" initials="authorId_225950059" lastIdx="0" clrIdx="185"/>
  <p:cmAuthor id="187" name="未知的使用者125" initials="未" lastIdx="0" clrIdx="186"/>
  <p:cmAuthor id="188" name="Sophie Jin" initials="SJ" lastIdx="0" clrIdx="187"/>
  <p:cmAuthor id="189" name="未知的使用者54" initials="未" lastIdx="0" clrIdx="188"/>
  <p:cmAuthor id="190" name="Cindy Chen" initials="CC" lastIdx="0" clrIdx="189"/>
  <p:cmAuthor id="191" name="未知用户54" initials="未" lastIdx="0" clrIdx="190"/>
  <p:cmAuthor id="192" name="尹琦-商业广告_QvumFjU3" initials="authorId_1322709835" lastIdx="0" clrIdx="191"/>
  <p:cmAuthor id="193" name="未知用户53" initials="未" lastIdx="0" clrIdx="192"/>
  <p:cmAuthor id="194" name="未知用户67" initials="未" lastIdx="0" clrIdx="193"/>
  <p:cmAuthor id="195" name="赵瑞韬" initials="赵" lastIdx="0" clrIdx="194"/>
  <p:cmAuthor id="196" name="未知用户68" initials="未" lastIdx="0" clrIdx="195"/>
  <p:cmAuthor id="197" name="未知用户64" initials="未" lastIdx="0" clrIdx="196"/>
  <p:cmAuthor id="198" name="郭金玲" initials="郭" lastIdx="0" clrIdx="197"/>
  <p:cmAuthor id="199" name="未知用户" initials="未" lastIdx="0" clrIdx="198"/>
  <p:cmAuthor id="200" name="yangyanxia" initials="y" lastIdx="0" clrIdx="199"/>
  <p:cmAuthor id="201" name="蔡江林" initials="蔡" lastIdx="0" clrIdx="200"/>
  <p:cmAuthor id="202" name="未知用户4" initials="未" lastIdx="0" clrIdx="201"/>
  <p:cmAuthor id="203" name="未知用户134" initials="未" lastIdx="0" clrIdx="202"/>
  <p:cmAuthor id="204" name="Quizzes" initials="Q" lastIdx="0" clrIdx="203"/>
  <p:cmAuthor id="205" name="未知用户112" initials="未" lastIdx="0" clrIdx="204"/>
  <p:cmAuthor id="206" name="未知用户108" initials="未" lastIdx="0" clrIdx="205"/>
  <p:cmAuthor id="207" name="Rob Hart" initials="R" lastIdx="0" clrIdx="206"/>
  <p:cmAuthor id="208" name="Stephen Lams" initials="S" lastIdx="0" clrIdx="207"/>
  <p:cmAuthor id="209" name="lou cynthia" initials="l" lastIdx="0" clrIdx="208"/>
  <p:cmAuthor id="210" name="未知用户82" initials="未" lastIdx="0" clrIdx="209"/>
  <p:cmAuthor id="211" name="马红" initials="马" lastIdx="0" clrIdx="210"/>
  <p:cmAuthor id="212" name="刘春辉" initials="刘" lastIdx="0" clrIdx="211"/>
  <p:cmAuthor id="213" name="范作霖" initials="范" lastIdx="0" clrIdx="212"/>
  <p:cmAuthor id="214" name="未知用户105" initials="未" lastIdx="0" clrIdx="213"/>
  <p:cmAuthor id="215" name="侯 林" initials="侯" lastIdx="0" clrIdx="214"/>
  <p:cmAuthor id="216" name="未知用户93" initials="未" lastIdx="0" clrIdx="215"/>
  <p:cmAuthor id="217" name="未知用户90" initials="未" lastIdx="0" clrIdx="216"/>
  <p:cmAuthor id="218" name="未知用户91" initials="未" lastIdx="0" clrIdx="217"/>
  <p:cmAuthor id="219" name="未知用户92" initials="未" lastIdx="0" clrIdx="218"/>
  <p:cmAuthor id="220" name="未知的使用者133" initials="未" lastIdx="0" clrIdx="219"/>
  <p:cmAuthor id="221" name="未知的使用者134" initials="未" lastIdx="0" clrIdx="220"/>
  <p:cmAuthor id="222" name="未知的使用者135" initials="未" lastIdx="0" clrIdx="221"/>
  <p:cmAuthor id="223" name="未知用户77" initials="未" lastIdx="0" clrIdx="222"/>
  <p:cmAuthor id="224" name="未知用户78" initials="未" lastIdx="0" clrIdx="223"/>
  <p:cmAuthor id="225" name="未知用户79" initials="未" lastIdx="0" clrIdx="224"/>
  <p:cmAuthor id="226" name="未知用户80" initials="未" lastIdx="0" clrIdx="225"/>
  <p:cmAuthor id="227" name="孙大威" initials="孙" lastIdx="0" clrIdx="226"/>
  <p:cmAuthor id="228" name="未知用户135" initials="未" lastIdx="0" clrIdx="227"/>
  <p:cmAuthor id="229" name="邢辰凤" initials="邢" lastIdx="0" clrIdx="228"/>
  <p:cmAuthor id="230" name="陈尚文" initials="陈" lastIdx="0" clrIdx="229"/>
  <p:cmAuthor id="231" name="王婷慧" initials="王" lastIdx="0" clrIdx="230"/>
  <p:cmAuthor id="232" name="李刚" initials="李" lastIdx="0" clrIdx="231"/>
  <p:cmAuthor id="233" name="未知用户83" initials="未" lastIdx="0" clrIdx="232"/>
  <p:cmAuthor id="234" name="未知的使用者103" initials="未" lastIdx="0" clrIdx="233"/>
  <p:cmAuthor id="235" name="未知的使用者104" initials="未" lastIdx="0" clrIdx="234"/>
  <p:cmAuthor id="236" name="未知的使用者105" initials="未" lastIdx="0" clrIdx="235"/>
  <p:cmAuthor id="237" name="未知的使用者98" initials="未" lastIdx="0" clrIdx="236"/>
  <p:cmAuthor id="238" name="未知" initials="未" lastIdx="0" clrIdx="237"/>
  <p:cmAuthor id="239" name="未知的使用者58" initials="未" lastIdx="0" clrIdx="238"/>
  <p:cmAuthor id="240" name="Chun Chung YEH" initials="C" lastIdx="0" clrIdx="239"/>
  <p:cmAuthor id="241" name="user" initials="u" lastIdx="0" clrIdx="240"/>
  <p:cmAuthor id="242" name="刘浩" initials="刘" lastIdx="0" clrIdx="241"/>
  <p:cmAuthor id="243" name="王川雪" initials="王" lastIdx="0" clrIdx="242"/>
  <p:cmAuthor id="244" name="仵新荣" initials="仵" lastIdx="0" clrIdx="243"/>
  <p:cmAuthor id="245" name="Vivian Liu" initials="VL" lastIdx="0" clrIdx="244"/>
  <p:cmAuthor id="246" name="catherine" initials="c" lastIdx="0" clrIdx="245"/>
  <p:cmAuthor id="247" name="wangcheng@robam.com" initials="w" lastIdx="0" clrIdx="246"/>
  <p:cmAuthor id="248" name="未知的使用者47" initials="未" lastIdx="0" clrIdx="247"/>
  <p:cmAuthor id="249" name="丁琪_2iU3nUJZ" initials="authorId_305536158" lastIdx="0" clrIdx="248"/>
  <p:cmAuthor id="250" name="未知用户38" initials="未" lastIdx="0" clrIdx="249"/>
  <p:cmAuthor id="251" name="未知用户39" initials="未" lastIdx="0" clrIdx="250"/>
  <p:cmAuthor id="252" name="未知的使用者64" initials="未" lastIdx="0" clrIdx="251"/>
  <p:cmAuthor id="253" name="未知的使用者65" initials="未" lastIdx="0" clrIdx="252"/>
  <p:cmAuthor id="254" name="未知用户141" initials="未" lastIdx="0" clrIdx="253"/>
  <p:cmAuthor id="255" name="huang gerrard" initials="h" lastIdx="0" clrIdx="254"/>
  <p:cmAuthor id="256" name="未知用户170" initials="未" lastIdx="0" clrIdx="255"/>
  <p:cmAuthor id="257" name="未知用户171" initials="未" lastIdx="0" clrIdx="256"/>
  <p:cmAuthor id="258" name="未知用户172" initials="未" lastIdx="0" clrIdx="257"/>
  <p:cmAuthor id="259" name="未知用户173" initials="未" lastIdx="0" clrIdx="258"/>
  <p:cmAuthor id="260" name="未知用户149" initials="未" lastIdx="0" clrIdx="259"/>
  <p:cmAuthor id="261" name="未知用户150" initials="未" lastIdx="0" clrIdx="260"/>
  <p:cmAuthor id="262" name="未知用户151" initials="未" lastIdx="0" clrIdx="261"/>
  <p:cmAuthor id="263" name="未知用户152" initials="未" lastIdx="0" clrIdx="262"/>
  <p:cmAuthor id="264" name="未知用户153" initials="未" lastIdx="0" clrIdx="263"/>
  <p:cmAuthor id="265" name="未知用户154" initials="未" lastIdx="0" clrIdx="264"/>
  <p:cmAuthor id="266" name="未知用户155" initials="未" lastIdx="0" clrIdx="265"/>
  <p:cmAuthor id="267" name="未知用户41" initials="未" lastIdx="0" clrIdx="266"/>
  <p:cmAuthor id="268" name="未知用户44" initials="未" lastIdx="0" clrIdx="267"/>
  <p:cmAuthor id="269" name="未知用户45" initials="未" lastIdx="0" clrIdx="268"/>
  <p:cmAuthor id="270" name="lijin" initials="l" lastIdx="0" clrIdx="269"/>
  <p:cmAuthor id="271" name="未知用户156" initials="未" lastIdx="0" clrIdx="270"/>
  <p:cmAuthor id="272" name="未知用户74" initials="未" lastIdx="0" clrIdx="271"/>
  <p:cmAuthor id="273" name="未知用户65" initials="未" lastIdx="0" clrIdx="272"/>
  <p:cmAuthor id="274" name="武春莲" initials="武春莲" lastIdx="0" clrIdx="273"/>
  <p:cmAuthor id="275" name="未知用户69" initials="未" lastIdx="0" clrIdx="274"/>
  <p:cmAuthor id="276" name="未知用户70" initials="未" lastIdx="0" clrIdx="275"/>
  <p:cmAuthor id="277" name="未知用户71" initials="未" lastIdx="0" clrIdx="276"/>
  <p:cmAuthor id="278" name="未知用户72" initials="未" lastIdx="0" clrIdx="277"/>
  <p:cmAuthor id="279" name="未知用户73" initials="未" lastIdx="0" clrIdx="278"/>
  <p:cmAuthor id="280" name="未知用户75" initials="未" lastIdx="0" clrIdx="279"/>
  <p:cmAuthor id="281" name="未知用户49" initials="未" lastIdx="0" clrIdx="280"/>
  <p:cmAuthor id="282" name="未知用户50" initials="未" lastIdx="0" clrIdx="281"/>
  <p:cmAuthor id="283" name="未知用户47" initials="未" lastIdx="0" clrIdx="282"/>
  <p:cmAuthor id="284" name="未知用户48" initials="未" lastIdx="0" clrIdx="283"/>
  <p:cmAuthor id="285" name="未知用户40" initials="未" lastIdx="0" clrIdx="284"/>
  <p:cmAuthor id="286" name="未知用户43" initials="未" lastIdx="0" clrIdx="285"/>
  <p:cmAuthor id="287" name="R213440" initials="R" lastIdx="0" clrIdx="286"/>
  <p:cmAuthor id="288" name="未知用户142" initials="未" lastIdx="0" clrIdx="287"/>
  <p:cmAuthor id="289" name="86186" initials="8" lastIdx="0" clrIdx="288"/>
  <p:cmAuthor id="290" name="未知用户87" initials="未" lastIdx="0" clrIdx="289"/>
  <p:cmAuthor id="291" name="robamlaoban" initials="r" lastIdx="0" clrIdx="290"/>
  <p:cmAuthor id="292" name="r211077" initials="r" lastIdx="0" clrIdx="291"/>
  <p:cmAuthor id="293" name="未知的使用者75" initials="未" lastIdx="0" clrIdx="292"/>
  <p:cmAuthor id="294" name="未知的使用者45" initials="未" lastIdx="0" clrIdx="293"/>
  <p:cmAuthor id="295" name="王嘉偉" initials="王" lastIdx="0" clrIdx="294"/>
  <p:cmAuthor id="296" name="dcis" initials="d" lastIdx="0" clrIdx="295"/>
  <p:cmAuthor id="297" name="FanJQ" initials="F" lastIdx="0" clrIdx="296"/>
  <p:cmAuthor id="298" name="未知的使用者145" initials="未" lastIdx="0" clrIdx="297"/>
  <p:cmAuthor id="299" name="Unknown User24" initials="U" lastIdx="0" clrIdx="298"/>
  <p:cmAuthor id="300" name="Unknown User25" initials="U" lastIdx="0" clrIdx="299"/>
  <p:cmAuthor id="301" name="Unknown User26" initials="U" lastIdx="0" clrIdx="300"/>
  <p:cmAuthor id="302" name="Unknown User27" initials="U" lastIdx="0" clrIdx="301"/>
  <p:cmAuthor id="303" name="Unknown User28" initials="U" lastIdx="0" clrIdx="302"/>
  <p:cmAuthor id="304" name="Unknown User11" initials="U" lastIdx="0" clrIdx="303"/>
  <p:cmAuthor id="305" name="Unknown User22" initials="U" lastIdx="0" clrIdx="304"/>
  <p:cmAuthor id="306" name="Unknown User23" initials="U" lastIdx="0" clrIdx="305"/>
  <p:cmAuthor id="307" name="未知的使用者112" initials="未" lastIdx="0" clrIdx="306"/>
  <p:cmAuthor id="308" name="未知用户211" initials="未" lastIdx="0" clrIdx="307"/>
  <p:cmAuthor id="309" name="未知用户212" initials="未" lastIdx="0" clrIdx="308"/>
  <p:cmAuthor id="310" name="未知用户210" initials="未" lastIdx="0" clrIdx="309"/>
  <p:cmAuthor id="311" name="未知用户201" initials="未" lastIdx="0" clrIdx="310"/>
  <p:cmAuthor id="312" name="未知用户161" initials="未" lastIdx="0" clrIdx="311"/>
  <p:cmAuthor id="313" name="未知用户183" initials="未" lastIdx="0" clrIdx="312"/>
  <p:cmAuthor id="314" name="未知用户162" initials="未" lastIdx="0" clrIdx="313"/>
  <p:cmAuthor id="315" name="未知用户163" initials="未" lastIdx="0" clrIdx="314"/>
  <p:cmAuthor id="316" name="未知用户164" initials="未" lastIdx="0" clrIdx="315"/>
  <p:cmAuthor id="317" name="未知用户165" initials="未" lastIdx="0" clrIdx="316"/>
  <p:cmAuthor id="318" name="未知用户191" initials="未" lastIdx="0" clrIdx="317"/>
  <p:cmAuthor id="319" name="未知用户167" initials="未" lastIdx="0" clrIdx="318"/>
  <p:cmAuthor id="320" name="未知用户202" initials="未" lastIdx="0" clrIdx="319"/>
  <p:cmAuthor id="321" name="未知用户169" initials="未" lastIdx="0" clrIdx="320"/>
  <p:cmAuthor id="322" name="未知用户192" initials="未" lastIdx="0" clrIdx="321"/>
  <p:cmAuthor id="323" name="未知用户203" initials="未" lastIdx="0" clrIdx="322"/>
  <p:cmAuthor id="324" name="未知用户174" initials="未" lastIdx="0" clrIdx="323"/>
  <p:cmAuthor id="325" name="未知用户175" initials="未" lastIdx="0" clrIdx="324"/>
  <p:cmAuthor id="326" name="未知用户176" initials="未" lastIdx="0" clrIdx="325"/>
  <p:cmAuthor id="327" name="霄霄" initials="霄" lastIdx="0" clrIdx="326"/>
  <p:cmAuthor id="328" name="WPS_1679281038" initials="W" lastIdx="0" clrIdx="327"/>
  <p:cmAuthor id="329" name="GIIIY22" initials="G" lastIdx="0" clrIdx="328"/>
  <p:cmAuthor id="330" name="A 谭超" initials="A" lastIdx="0" clrIdx="329"/>
  <p:cmAuthor id="331" name="梁什么佳." initials="梁" lastIdx="0" clrIdx="330"/>
  <p:cmAuthor id="332" name="小雨滴" initials="小" lastIdx="0" clrIdx="331"/>
  <p:cmAuthor id="333" name="施普希（菜菜）" initials="施" lastIdx="0" clrIdx="332"/>
  <p:cmAuthor id="334" name="chenlongsheng@wxchina.com" initials="c" lastIdx="0" clrIdx="333"/>
  <p:cmAuthor id="335" name="王洁-市场中心_6Bj2rQ3y" initials="authorId_1320782852" lastIdx="0" clrIdx="334"/>
  <p:cmAuthor id="336" name="周蔷-市场中心_zANj7nyM" initials="authorId_1323117469" lastIdx="0" clrIdx="335"/>
  <p:cmAuthor id="337" name="李忻雨-市场中心_F773zyU3" initials="authorId_1320671970" lastIdx="0" clrIdx="336"/>
  <p:cmAuthor id="338" name="曾蓓/贝贝" initials="曾" lastIdx="0" clrIdx="337"/>
  <p:cmAuthor id="339" name="唐劲松" initials="唐" lastIdx="0" clrIdx="338"/>
  <p:cmAuthor id="340" name="未知的使用者107" initials="未" lastIdx="0" clrIdx="339"/>
  <p:cmAuthor id="341" name="未知的使用者146" initials="未" lastIdx="0" clrIdx="340"/>
  <p:cmAuthor id="342" name="Ds." initials="D" lastIdx="0" clrIdx="341"/>
  <p:cmAuthor id="343" name="未知的使用者158" initials="未" lastIdx="0" clrIdx="342"/>
  <p:cmAuthor id="344" name="未知的使用者160" initials="未" lastIdx="0" clrIdx="343"/>
  <p:cmAuthor id="345" name="未知的使用者117" initials="未" lastIdx="0" clrIdx="344"/>
  <p:cmAuthor id="346" name="未知的使用者186" initials="未" lastIdx="0" clrIdx="345"/>
  <p:cmAuthor id="347" name="GLR" initials="G" lastIdx="0" clrIdx="346"/>
  <p:cmAuthor id="348" name="Zyí" initials="Z" lastIdx="0" clrIdx="347"/>
  <p:cmAuthor id="349" name="布布猫" initials="布" lastIdx="0" clrIdx="348"/>
  <p:cmAuthor id="350" name="姚琳" initials="姚" lastIdx="0" clrIdx="349"/>
  <p:cmAuthor id="351" name="吴 发强" initials="吴" lastIdx="0" clrIdx="350"/>
  <p:cmAuthor id="352" name="柴莹" initials="柴莹" lastIdx="0" clrIdx="351"/>
  <p:cmAuthor id="353" name="李梦玲" initials="李" lastIdx="0" clrIdx="352"/>
  <p:cmAuthor id="354" name="文向阳" initials="文" lastIdx="0" clrIdx="353"/>
  <p:cmAuthor id="355" name="普运 郜" initials="普运" lastIdx="0" clrIdx="354"/>
  <p:cmAuthor id="356" name="wang lei" initials="wl" lastIdx="0" clrIdx="355"/>
  <p:cmAuthor id="357" name="磊 吴" initials="磊" lastIdx="0" clrIdx="356"/>
  <p:cmAuthor id="358" name="翁伟健  " initials="翁" lastIdx="0" clrIdx="357"/>
  <p:cmAuthor id="359" name="jenny" initials="j" lastIdx="0" clrIdx="358"/>
  <p:cmAuthor id="360" name="付子灿" initials="付" lastIdx="0" clrIdx="359"/>
  <p:cmAuthor id="361" name="老板厨房电器王振宇18657789977" initials="老" lastIdx="0" clrIdx="360"/>
  <p:cmAuthor id="362" name="Merry" initials="M" lastIdx="0" clrIdx="361"/>
  <p:cmAuthor id="363" name="阿忠" initials="阿" lastIdx="0" clrIdx="362"/>
  <p:cmAuthor id="364" name="laurajiang" initials="l" lastIdx="0" clrIdx="363"/>
  <p:cmAuthor id="365" name="赵震" initials="赵" lastIdx="0" clrIdx="364"/>
  <p:cmAuthor id="366" name="鬼影" initials="鬼" lastIdx="0" clrIdx="365"/>
  <p:cmAuthor id="367" name="叁 拾" initials="叁拾" lastIdx="0" clrIdx="366"/>
  <p:cmAuthor id="368" name="未知的使用者136" initials="未" lastIdx="0" clrIdx="367"/>
  <p:cmAuthor id="369" name="曲儿" initials="曲" lastIdx="0" clrIdx="368"/>
  <p:cmAuthor id="370" name="娟子" initials="娟" lastIdx="0" clrIdx="369"/>
  <p:cmAuthor id="371" name="115421031@qq.com" initials="1" lastIdx="0" clrIdx="370"/>
  <p:cmAuthor id="372" name="刘飞" initials="刘飞" lastIdx="0" clrIdx="371"/>
  <p:cmAuthor id="373" name=" " initials="" lastIdx="0" clrIdx="372"/>
  <p:cmAuthor id="374" name="seven" initials="s" lastIdx="0" clrIdx="373"/>
  <p:cmAuthor id="375" name="YANGS-PC" initials="Y" lastIdx="0" clrIdx="374"/>
  <p:cmAuthor id="376" name="PPTer_Tang" initials="P" lastIdx="0" clrIdx="375"/>
  <p:cmAuthor id="377" name="r190224" initials="r" lastIdx="0" clrIdx="376"/>
  <p:cmAuthor id="378" name="z z" initials="zz" lastIdx="0" clrIdx="377"/>
  <p:cmAuthor id="379" name="yongxin Deng" initials="yD" lastIdx="0" clrIdx="378"/>
  <p:cmAuthor id="380" name="fgj" initials="f" lastIdx="0" clrIdx="379"/>
  <p:cmAuthor id="381" name="daili" initials="d" lastIdx="0" clrIdx="380"/>
  <p:cmAuthor id="382" name="Microsoft Office 用户" initials="Office" lastIdx="0" clrIdx="381"/>
  <p:cmAuthor id="383" name="chennandong" initials="c" lastIdx="0" clrIdx="382"/>
  <p:cmAuthor id="384" name="R215980" initials="R" lastIdx="0" clrIdx="383"/>
  <p:cmAuthor id="385" name="daiyuanyuan" initials="d" lastIdx="0" clrIdx="384"/>
  <p:cmAuthor id="386" name="徐光宇" initials="徐" lastIdx="0" clrIdx="385"/>
  <p:cmAuthor id="387" name="piaojianery@sina.com" initials="p" lastIdx="0" clrIdx="386"/>
  <p:cmAuthor id="388" name="Mary Feil-Jacobs" initials="M" lastIdx="0" clrIdx="387"/>
  <p:cmAuthor id="389" name="Monica Lueder" initials="M" lastIdx="0" clrIdx="388"/>
  <p:cmAuthor id="390" name="Mr_wrg" initials="M" lastIdx="0" clrIdx="389"/>
  <p:cmAuthor id="391" name="1206988966@qq.com" initials="1" lastIdx="0" clrIdx="390"/>
  <p:cmAuthor id="392" name="gc" initials="g" lastIdx="0" clrIdx="391"/>
  <p:cmAuthor id="393" name="samsung" initials="s" lastIdx="0" clrIdx="392"/>
  <p:cmAuthor id="394" name="Mia Vida Villanueva" initials="MVV" lastIdx="0" clrIdx="393"/>
  <p:cmAuthor id="395" name="hzql" initials="h" lastIdx="0" clrIdx="394"/>
  <p:cmAuthor id="396" name="Sarah Cruz" initials="S" lastIdx="0" clrIdx="395"/>
  <p:cmAuthor id="397" name="未知用户136" initials="未" lastIdx="0" clrIdx="396"/>
  <p:cmAuthor id="398" name="wang" initials="w" lastIdx="0" clrIdx="397"/>
  <p:cmAuthor id="399" name="459595230@qq.com" initials="4" lastIdx="0" clrIdx="398"/>
  <p:cmAuthor id="400" name="徐小婉" initials="徐小婉" lastIdx="0" clrIdx="399"/>
  <p:cmAuthor id="401" name="R180279" initials="R" lastIdx="0" clrIdx="400"/>
  <p:cmAuthor id="402" name="柳巧林" initials="柳巧林" lastIdx="0" clrIdx="401"/>
  <p:cmAuthor id="403" name="唐立娟" initials="唐立娟" lastIdx="0" clrIdx="402"/>
  <p:cmAuthor id="404" name="王雨情" initials="王" lastIdx="0" clrIdx="403"/>
  <p:cmAuthor id="405" name="老板大学" initials="老" lastIdx="0" clrIdx="404"/>
  <p:cmAuthor id="406" name="R213110" initials="R" lastIdx="0" clrIdx="405"/>
  <p:cmAuthor id="407" name="蒙祖富" initials="蒙" lastIdx="0" clrIdx="406"/>
  <p:cmAuthor id="408" name="Wangzhi gang" initials="Wg" lastIdx="0" clrIdx="407"/>
  <p:cmAuthor id="409" name="wangwubin" initials="w" lastIdx="0" clrIdx="408"/>
  <p:cmAuthor id="410" name="L" initials="L" lastIdx="0" clrIdx="409"/>
  <p:cmAuthor id="411" name="R221549" initials="R" lastIdx="0" clrIdx="410"/>
  <p:cmAuthor id="412" name="程梦然" initials="程梦然" lastIdx="0" clrIdx="411"/>
  <p:cmAuthor id="413" name="shirley" initials="s" lastIdx="0" clrIdx="412"/>
  <p:cmAuthor id="414" name="R231205" initials="R" lastIdx="0" clrIdx="413"/>
  <p:cmAuthor id="415" name="123" initials="1" lastIdx="0" clrIdx="414"/>
  <p:cmAuthor id="416" name="明志 李" initials="明" lastIdx="0" clrIdx="415"/>
  <p:cmAuthor id="417" name="刘冀元" initials="刘冀元" lastIdx="0" clrIdx="416"/>
  <p:cmAuthor id="418" name="李妍" initials="李妍" lastIdx="0" clrIdx="417"/>
  <p:cmAuthor id="419" name="吕 聪" initials="吕" lastIdx="0" clrIdx="418"/>
  <p:cmAuthor id="420" name="User" initials="U" lastIdx="0" clrIdx="419"/>
  <p:cmAuthor id="421" name="luvy" initials="l" lastIdx="0" clrIdx="420"/>
  <p:cmAuthor id="422" name="Mr.wang" initials="M" lastIdx="0" clrIdx="421"/>
  <p:cmAuthor id="423" name="LENOVO" initials="L" lastIdx="0" clrIdx="422"/>
  <p:cmAuthor id="424" name="林少杰" initials="林" lastIdx="0" clrIdx="423"/>
  <p:cmAuthor id="425" name="wengweijian" initials="w" lastIdx="0" clrIdx="424"/>
  <p:cmAuthor id="426" name="未知用户20" initials="未知用户20" lastIdx="0" clrIdx="425"/>
  <p:cmAuthor id="427" name="pangtenfei@outlook.com" initials="p [23]" lastIdx="0" clrIdx="426"/>
  <p:cmAuthor id="428" name="木子" initials="木" lastIdx="0" clrIdx="427"/>
  <p:cmAuthor id="429" name="86156" initials="8" lastIdx="0" clrIdx="428"/>
  <p:cmAuthor id="430" name="R220006" initials="R" lastIdx="0" clrIdx="429"/>
  <p:cmAuthor id="431" name="21865" initials="2" lastIdx="0" clrIdx="430"/>
  <p:cmAuthor id="432" name="李 洋" initials="李" lastIdx="0" clrIdx="431"/>
  <p:cmAuthor id="433" name="扬" initials="扬" lastIdx="0" clrIdx="432"/>
  <p:cmAuthor id="434" name="未知用户25" initials="未知用户25" lastIdx="0" clrIdx="433"/>
  <p:cmAuthor id="435" name="未知用户26" initials="未知用户26" lastIdx="0" clrIdx="434"/>
  <p:cmAuthor id="436" name="未知用户27" initials="未知用户27" lastIdx="0" clrIdx="435"/>
  <p:cmAuthor id="437" name="未知用户28" initials="未知用户28" lastIdx="0" clrIdx="436"/>
  <p:cmAuthor id="438" name="未知用户29" initials="未知用户29" lastIdx="0" clrIdx="437"/>
  <p:cmAuthor id="439" name="未知用户30" initials="未知用户30" lastIdx="0" clrIdx="438"/>
  <p:cmAuthor id="440" name="未知用户31" initials="未知用户31" lastIdx="0" clrIdx="439"/>
  <p:cmAuthor id="441" name="未知用户32" initials="未知用户32" lastIdx="0" clrIdx="440"/>
  <p:cmAuthor id="442" name="未知用户33" initials="未知用户33" lastIdx="0" clrIdx="441"/>
  <p:cmAuthor id="443" name="未知用户34" initials="未知用户34" lastIdx="0" clrIdx="442"/>
  <p:cmAuthor id="444" name="未知用户35" initials="未知用户35" lastIdx="0" clrIdx="443"/>
  <p:cmAuthor id="445" name="未知用户36" initials="未知用户36" lastIdx="0" clrIdx="444"/>
  <p:cmAuthor id="446" name="未知用户37" initials="未知用户37" lastIdx="0" clrIdx="445"/>
  <p:cmAuthor id="447" name="LB S" initials="LS" lastIdx="0" clrIdx="446"/>
  <p:cmAuthor id="448" name="sherrychen Chen" initials="" lastIdx="0" clrIdx="447"/>
  <p:cmAuthor id="449" name="陈威威" initials="陈" lastIdx="0" clrIdx="448"/>
  <p:cmAuthor id="450" name="os" initials="o" lastIdx="0" clrIdx="449"/>
  <p:cmAuthor id="451" name="盛 建刚" initials="盛" lastIdx="0" clrIdx="450"/>
  <p:cmAuthor id="452" name="hlf hlf" initials="hh" lastIdx="0" clrIdx="451"/>
  <p:cmAuthor id="453" name="86151" initials="8" lastIdx="0" clrIdx="452"/>
  <p:cmAuthor id="454" name="86139" initials="8" lastIdx="0" clrIdx="453"/>
  <p:cmAuthor id="455" name="70708" initials="7" lastIdx="0" clrIdx="454"/>
  <p:cmAuthor id="456" name="香波 郭" initials="香波" lastIdx="0" clrIdx="455"/>
  <p:cmAuthor id="457" name="PC" initials="P" lastIdx="0" clrIdx="456"/>
  <p:cmAuthor id="458" name="185812610" initials="1" lastIdx="0" clrIdx="457"/>
  <p:cmAuthor id="459" name="陈燕" initials="陈" lastIdx="0" clrIdx="458"/>
  <p:cmAuthor id="460" name="未知用户6" initials="未知用户6" lastIdx="0" clrIdx="459"/>
  <p:cmAuthor id="461" name="未知用户7" initials="未知用户7" lastIdx="0" clrIdx="460"/>
  <p:cmAuthor id="462" name="未知用户10" initials="未知用户10" lastIdx="0" clrIdx="461"/>
  <p:cmAuthor id="463" name="未知用户11" initials="未知用户11" lastIdx="0" clrIdx="462"/>
  <p:cmAuthor id="464" name="未知用户23" initials="未知用户23" lastIdx="0" clrIdx="463"/>
  <p:cmAuthor id="465" name="未知用户76" initials="未" lastIdx="0" clrIdx="464"/>
  <p:cmAuthor id="466" name="未知用户81" initials="未" lastIdx="0" clrIdx="465"/>
  <p:cmAuthor id="467" name="未知的使用者147" initials="未" lastIdx="0" clrIdx="466"/>
  <p:cmAuthor id="468" name="未知的使用者144" initials="未" lastIdx="0" clrIdx="467"/>
  <p:cmAuthor id="469" name="未知的使用者137" initials="未" lastIdx="0" clrIdx="468"/>
  <p:cmAuthor id="470" name="未知的使用者162" initials="未" lastIdx="0" clrIdx="469"/>
  <p:cmAuthor id="471" name="未知的使用者148" initials="未" lastIdx="0" clrIdx="470"/>
  <p:cmAuthor id="472" name="未知的使用者149" initials="未" lastIdx="0" clrIdx="471"/>
  <p:cmAuthor id="473" name="未知的使用者115" initials="未" lastIdx="0" clrIdx="472"/>
  <p:cmAuthor id="474" name="未知的使用者202" initials="未" lastIdx="0" clrIdx="473"/>
  <p:cmAuthor id="475" name="未知的使用者195" initials="未" lastIdx="0" clrIdx="474"/>
  <p:cmAuthor id="476" name="未知的使用者196" initials="未" lastIdx="0" clrIdx="475"/>
  <p:cmAuthor id="477" name="Evonlin" initials="E" lastIdx="0" clrIdx="476"/>
  <p:cmAuthor id="478" name="孟令闪" initials="微软用户" lastIdx="0" clrIdx="477"/>
  <p:cmAuthor id="479" name="admin" initials="a" lastIdx="0" clrIdx="478"/>
  <p:cmAuthor id="480" name="钟思颖" initials="authorId_1872610962" lastIdx="0" clrIdx="479"/>
  <p:cmAuthor id="481" name="Author" initials="A" lastIdx="0" clrIdx="480"/>
  <p:cmAuthor id="482" name="林凤伟" initials="林凤伟" lastIdx="0" clrIdx="481"/>
  <p:cmAuthor id="483" name="sky Gold" initials="sG" lastIdx="0" clrIdx="482"/>
  <p:cmAuthor id="484" name="方明" initials="方明" lastIdx="0" clrIdx="483"/>
  <p:cmAuthor id="485" name="R171008" initials="R" lastIdx="0" clrIdx="484"/>
  <p:cmAuthor id="486" name="R214963" initials="R" lastIdx="0" clrIdx="485"/>
  <p:cmAuthor id="487" name="张满燕" initials="authorId_682434252" lastIdx="0" clrIdx="486"/>
  <p:cmAuthor id="488" name="蒋金宝" initials="蒋" lastIdx="0" clrIdx="487"/>
  <p:cmAuthor id="489" name="王青" initials="王青" lastIdx="0" clrIdx="488"/>
  <p:cmAuthor id="490" name="ethan.zhang" initials="EZ" lastIdx="0" clrIdx="489"/>
  <p:cmAuthor id="491" name="Z HZ" initials="ZH" lastIdx="0" clrIdx="490"/>
  <p:cmAuthor id="492" name="180" initials="1" lastIdx="0" clrIdx="491"/>
  <p:cmAuthor id="493" name="shen" initials="s" lastIdx="0" clrIdx="492"/>
  <p:cmAuthor id="494" name="Zhao, Wenpeng (TSSHR)" initials="Z" lastIdx="0" clrIdx="493"/>
  <p:cmAuthor id="495" name="r200346" initials="r" lastIdx="0" clrIdx="494"/>
  <p:cmAuthor id="496" name="小新" initials="小" lastIdx="0" clrIdx="495"/>
  <p:cmAuthor id="497" name="未知的使用者37" initials="未" lastIdx="0" clrIdx="496"/>
  <p:cmAuthor id="498" name="Harry xu" initials="H" lastIdx="0" clrIdx="497"/>
  <p:cmAuthor id="499" name="未知的使用者59" initials="未" lastIdx="0" clrIdx="498"/>
  <p:cmAuthor id="500" name="未知用户52" initials="未" lastIdx="0" clrIdx="499"/>
  <p:cmAuthor id="501" name="未知的使用者120" initials="未" lastIdx="0" clrIdx="500"/>
  <p:cmAuthor id="502" name="未知的使用者109" initials="未" lastIdx="0" clrIdx="501"/>
  <p:cmAuthor id="503" name="未知的使用者110" initials="未" lastIdx="0" clrIdx="502"/>
  <p:cmAuthor id="504" name="未知的使用者111" initials="未" lastIdx="0" clrIdx="503"/>
  <p:cmAuthor id="505" name="未知的使用者121" initials="未" lastIdx="0" clrIdx="504"/>
  <p:cmAuthor id="506" name="thomas" initials="t" lastIdx="0" clrIdx="505"/>
  <p:cmAuthor id="507" name="未知的使用者113" initials="未" lastIdx="0" clrIdx="506"/>
  <p:cmAuthor id="508" name="未知的使用者122" initials="未" lastIdx="0" clrIdx="507"/>
  <p:cmAuthor id="509" name="未知的使用者123" initials="未" lastIdx="0" clrIdx="508"/>
  <p:cmAuthor id="510" name="未知的使用者118" initials="未" lastIdx="0" clrIdx="509"/>
  <p:cmAuthor id="511" name="未知的使用者68" initials="未" lastIdx="0" clrIdx="510"/>
  <p:cmAuthor id="512" name="未知的使用者69" initials="未" lastIdx="0" clrIdx="511"/>
  <p:cmAuthor id="513" name="未知的使用者138" initials="未" lastIdx="0" clrIdx="512"/>
  <p:cmAuthor id="514" name="未知的使用者139" initials="未" lastIdx="0" clrIdx="513"/>
  <p:cmAuthor id="515" name="未知的使用者140" initials="未" lastIdx="0" clrIdx="514"/>
  <p:cmAuthor id="516" name="未知的使用者197" initials="未" lastIdx="0" clrIdx="515"/>
  <p:cmAuthor id="517" name="未知的使用者163" initials="未" lastIdx="0" clrIdx="516"/>
  <p:cmAuthor id="518" name="未知的使用者170" initials="未" lastIdx="0" clrIdx="517"/>
  <p:cmAuthor id="519" name="未知的使用者165" initials="未" lastIdx="0" clrIdx="518"/>
  <p:cmAuthor id="520" name="未知的使用者150" initials="未" lastIdx="0" clrIdx="519"/>
  <p:cmAuthor id="521" name="未知的使用者166" initials="未" lastIdx="0" clrIdx="520"/>
  <p:cmAuthor id="522" name="未知的使用者167" initials="未" lastIdx="0" clrIdx="521"/>
  <p:cmAuthor id="523" name="未知的使用者159" initials="未" lastIdx="0" clrIdx="522"/>
  <p:cmAuthor id="524" name="未知的使用者168" initials="未" lastIdx="0" clrIdx="523"/>
  <p:cmAuthor id="525" name="未知的使用者169" initials="未" lastIdx="0" clrIdx="524"/>
  <p:cmAuthor id="526" name="未知的使用者119" initials="未" lastIdx="0" clrIdx="525"/>
  <p:cmAuthor id="527" name="clinchen" initials="c" lastIdx="0" clrIdx="526"/>
  <p:cmAuthor id="528" name="未知的使用者198" initials="未" lastIdx="0" clrIdx="527"/>
  <p:cmAuthor id="529" name="未知的使用者205" initials="未" lastIdx="0" clrIdx="528"/>
  <p:cmAuthor id="530" name="未知的使用者200" initials="未" lastIdx="0" clrIdx="529"/>
  <p:cmAuthor id="531" name="未知的使用者181" initials="未" lastIdx="0" clrIdx="530"/>
  <p:cmAuthor id="532" name="未知的使用者194" initials="未" lastIdx="0" clrIdx="531"/>
  <p:cmAuthor id="533" name="未知的使用者182" initials="未" lastIdx="0" clrIdx="532"/>
  <p:cmAuthor id="534" name="未知的使用者183" initials="未" lastIdx="0" clrIdx="533"/>
  <p:cmAuthor id="535" name="未知的使用者184" initials="未" lastIdx="0" clrIdx="534"/>
  <p:cmAuthor id="536" name="未知的使用者185" initials="未" lastIdx="0" clrIdx="535"/>
  <p:cmAuthor id="537" name="未知的使用者187" initials="未" lastIdx="0" clrIdx="536"/>
  <p:cmAuthor id="538" name="未知的使用者201" initials="未" lastIdx="0" clrIdx="537"/>
  <p:cmAuthor id="539" name="未知的使用者171" initials="未" lastIdx="0" clrIdx="538"/>
  <p:cmAuthor id="540" name="未知的使用者173" initials="未" lastIdx="0" clrIdx="539"/>
  <p:cmAuthor id="541" name="未知的使用者175" initials="未" lastIdx="0" clrIdx="540"/>
  <p:cmAuthor id="542" name="未知的使用者203" initials="未" lastIdx="0" clrIdx="541"/>
  <p:cmAuthor id="543" name="未知的使用者41" initials="未" lastIdx="0" clrIdx="542"/>
  <p:cmAuthor id="544" name="未知的使用者42" initials="未" lastIdx="0" clrIdx="543"/>
  <p:cmAuthor id="545" name="未知的使用者39" initials="未" lastIdx="0" clrIdx="544"/>
  <p:cmAuthor id="546" name="未知的使用者38" initials="未" lastIdx="0" clrIdx="545"/>
  <p:cmAuthor id="547" name="Admin" initials="A" lastIdx="0" clrIdx="546"/>
  <p:cmAuthor id="548" name="xuanyuanxuanyi dad" initials="xd" lastIdx="0" clrIdx="547"/>
  <p:cmAuthor id="549" name="kingdee" initials="k" lastIdx="0" clrIdx="548"/>
  <p:cmAuthor id="550" name="adeledu" initials="a" lastIdx="0" clrIdx="549"/>
  <p:cmAuthor id="551" name="liangmengyue" initials="l" lastIdx="0" clrIdx="550"/>
  <p:cmAuthor id="552" name="liyongsheng" initials="l" lastIdx="0" clrIdx="551"/>
  <p:cmAuthor id="553" name="幸全" initials="幸全" lastIdx="0" clrIdx="552"/>
  <p:cmAuthor id="554" name="hunter" initials="h" lastIdx="0" clrIdx="553"/>
  <p:cmAuthor id="555" name="DELL" initials="D" lastIdx="0" clrIdx="554"/>
  <p:cmAuthor id="556" name="钞票多多张先生" initials="钞" lastIdx="0" clrIdx="555"/>
  <p:cmAuthor id="557" name="涂 敏" initials="涂" lastIdx="0" clrIdx="556"/>
  <p:cmAuthor id="558" name="A.℡橙、多多" initials="A" lastIdx="0" clrIdx="557"/>
  <p:cmAuthor id="559" name="xdj509@outlook.com" initials="x" lastIdx="0" clrIdx="558"/>
  <p:cmAuthor id="560" name="ISME" initials="I" lastIdx="0" clrIdx="559"/>
  <p:cmAuthor id="561" name="Thousand_summer" initials="T" lastIdx="0" clrIdx="560"/>
  <p:cmAuthor id="562" name="Liu, Leo (MBSHR cs)" initials="L" lastIdx="0" clrIdx="561"/>
  <p:cmAuthor id="563" name="未知用户95" initials="未" lastIdx="0" clrIdx="562"/>
  <p:cmAuthor id="564" name="未知用户86" initials="未" lastIdx="0" clrIdx="563"/>
  <p:cmAuthor id="565" name="武智璇" initials="智璇" lastIdx="0" clrIdx="564"/>
  <p:cmAuthor id="566" name="杨秀丰" initials="杨" lastIdx="0" clrIdx="565"/>
  <p:cmAuthor id="567" name="ADMINIBM" initials="A" lastIdx="0" clrIdx="566"/>
  <p:cmAuthor id="568" name="Azfar Mir" initials="A" lastIdx="0" clrIdx="567"/>
  <p:cmAuthor id="569" name="苗玉玺 Jeffery" initials="苗" lastIdx="0" clrIdx="568"/>
  <p:cmAuthor id="570" name="柳子疯" initials="柳" lastIdx="0" clrIdx="569"/>
  <p:cmAuthor id="571" name="王树军" initials="王树军" lastIdx="0" clrIdx="570"/>
  <p:cmAuthor id="572" name="孙立东" initials="孙" lastIdx="0" clrIdx="571"/>
  <p:cmAuthor id="573" name="rita" initials="r" lastIdx="0" clrIdx="572"/>
  <p:cmAuthor id="574" name="Neno Loje" initials="N" lastIdx="0" clrIdx="573"/>
  <p:cmAuthor id="575" name="elfinhsu" initials="e" lastIdx="0" clrIdx="574"/>
  <p:cmAuthor id="576" name="Unknown User1" initials="U" lastIdx="0" clrIdx="575"/>
  <p:cmAuthor id="577" name="未知的使用者4" initials="未" lastIdx="0" clrIdx="576"/>
  <p:cmAuthor id="578" name="Charley" initials="C" lastIdx="0" clrIdx="577"/>
  <p:cmAuthor id="579" name="x230" initials="x" lastIdx="0" clrIdx="578"/>
  <p:cmAuthor id="580" name="RS001" initials="R" lastIdx="0" clrIdx="579"/>
  <p:cmAuthor id="581" name="lilan" initials="l" lastIdx="0" clrIdx="580"/>
  <p:cmAuthor id="582" name="未知的使用者5" initials="未" lastIdx="0" clrIdx="581"/>
  <p:cmAuthor id="583" name="未知的使用者6" initials="未" lastIdx="0" clrIdx="582"/>
  <p:cmAuthor id="584" name="guocc" initials="g" lastIdx="0" clrIdx="583"/>
  <p:cmAuthor id="585" name="未知的使用者1" initials="未" lastIdx="0" clrIdx="584"/>
  <p:cmAuthor id="586" name="August" initials="A" lastIdx="0" clrIdx="585"/>
  <p:cmAuthor id="587" name="未知的使用者19" initials="未" lastIdx="0" clrIdx="586"/>
  <p:cmAuthor id="588" name="未知的使用者20" initials="未" lastIdx="0" clrIdx="587"/>
  <p:cmAuthor id="589" name="未知的使用者21" initials="未" lastIdx="0" clrIdx="588"/>
  <p:cmAuthor id="590" name="未知的使用者18" initials="未" lastIdx="0" clrIdx="589"/>
  <p:cmAuthor id="591" name="R215165" initials="R" lastIdx="0" clrIdx="590"/>
  <p:cmAuthor id="592" name="Admin i" initials="Ai" lastIdx="0" clrIdx="591"/>
  <p:cmAuthor id="593" name="vicky" initials="v" lastIdx="0" clrIdx="592"/>
  <p:cmAuthor id="594" name="周舟-商业广告_Y7Bf3EjA" initials="周" lastIdx="0" clrIdx="593"/>
  <p:cmAuthor id="595" name="杜晶晶-投资者关系部_vM3mnymA" initials="杜" lastIdx="0" clrIdx="594"/>
  <p:cmAuthor id="596" name="jiangmeiqi" initials="j" lastIdx="0" clrIdx="595"/>
  <p:cmAuthor id="597" name="R213402" initials="R" lastIdx="0" clrIdx="596"/>
  <p:cmAuthor id="598" name="PURETURbId" initials="P" lastIdx="0" clrIdx="597"/>
  <p:cmAuthor id="599" name="dell990" initials="d" lastIdx="0" clrIdx="598"/>
  <p:cmAuthor id="600" name="wujjc" initials="w" lastIdx="0" clrIdx="599"/>
  <p:cmAuthor id="601" name="王博f" initials="王博f" lastIdx="0" clrIdx="600"/>
  <p:cmAuthor id="602" name="luzqa" initials="l" lastIdx="0" clrIdx="601"/>
  <p:cmAuthor id="603" name="王攀攀" initials="王攀攀" lastIdx="0" clrIdx="602"/>
  <p:cmAuthor id="604" name="Vanessa" initials="V" lastIdx="0" clrIdx="603"/>
  <p:cmAuthor id="605" name="changdong yang" initials="cy" lastIdx="0" clrIdx="604"/>
  <p:cmAuthor id="606" name="陈倩旎" initials="陈倩旎" lastIdx="0" clrIdx="605"/>
  <p:cmAuthor id="607" name="%E7%AB%A0%E7%AB%A0" initials="%" lastIdx="0" clrIdx="606"/>
  <p:cmAuthor id="608" name="韩佳楠" initials="韩" lastIdx="0" clrIdx="607"/>
  <p:cmAuthor id="609" name="ql" initials="q" lastIdx="0" clrIdx="608"/>
  <p:cmAuthor id="610" name="Zmy" initials="Zmy" lastIdx="0" clrIdx="609"/>
  <p:cmAuthor id="611" name="芳芳" initials="芳" lastIdx="0" clrIdx="610"/>
  <p:cmAuthor id="612" name="simonwangpu@126.com" initials="s" lastIdx="0" clrIdx="611"/>
  <p:cmAuthor id="613" name="刘丽仙" initials="刘" lastIdx="0" clrIdx="612"/>
  <p:cmAuthor id="614" name="贡鑫" initials="贡" lastIdx="0" clrIdx="613"/>
  <p:cmAuthor id="615" name="administrator1" initials="a" lastIdx="0" clrIdx="614"/>
  <p:cmAuthor id="616" name="杜雪梅" initials="杜" lastIdx="0" clrIdx="615"/>
  <p:cmAuthor id="617" name="andres.x.gomez" initials="a" lastIdx="0" clrIdx="616"/>
  <p:cmAuthor id="618" name="office365" initials="o" lastIdx="0" clrIdx="617"/>
  <p:cmAuthor id="619" name="LT" initials="L" lastIdx="0" clrIdx="618"/>
  <p:cmAuthor id="620" name="贾清山" initials="贾" lastIdx="0" clrIdx="619"/>
  <p:cmAuthor id="621" name="陈桂枝" initials="陈" lastIdx="0" clrIdx="620"/>
  <p:cmAuthor id="622" name="新萝卜家园" initials="新" lastIdx="0" clrIdx="621"/>
  <p:cmAuthor id="623" name="李正" initials="李" lastIdx="0" clrIdx="622"/>
  <p:cmAuthor id="624" name="孟祥超" initials="孟" lastIdx="0" clrIdx="623"/>
  <p:cmAuthor id="625" name="陶川" initials="陶" lastIdx="0" clrIdx="624"/>
  <p:cmAuthor id="626" name="周开雷" initials="周" lastIdx="0" clrIdx="625"/>
  <p:cmAuthor id="627" name="朱悦龙" initials="朱" lastIdx="0" clrIdx="626"/>
  <p:cmAuthor id="628" name="赵兰玉" initials="赵" lastIdx="0" clrIdx="627"/>
  <p:cmAuthor id="629" name="李振宇" initials="李" lastIdx="0" clrIdx="628"/>
  <p:cmAuthor id="630" name="邹洋" initials="邹" lastIdx="0" clrIdx="629"/>
  <p:cmAuthor id="631" name="yangkun" initials="y" lastIdx="0" clrIdx="630"/>
  <p:cmAuthor id="632" name="王向羽" initials="王" lastIdx="0" clrIdx="631"/>
  <p:cmAuthor id="633" name="hys2" initials="h" lastIdx="0" clrIdx="632"/>
  <p:cmAuthor id="634" name="朱绍春" initials="朱" lastIdx="0" clrIdx="633"/>
  <p:cmAuthor id="635" name="马海燕" initials="马" lastIdx="0" clrIdx="634"/>
  <p:cmAuthor id="636" name="吴铁映" initials="吴" lastIdx="0" clrIdx="635"/>
  <p:cmAuthor id="637" name="ZQ" initials="Z" lastIdx="0" clrIdx="636"/>
  <p:cmAuthor id="638" name="HYZL05" initials="H" lastIdx="0" clrIdx="637"/>
  <p:cmAuthor id="639" name="张宏伟" initials="张" lastIdx="0" clrIdx="638"/>
  <p:cmAuthor id="640" name="Pei" initials="P" lastIdx="0" clrIdx="639"/>
  <p:cmAuthor id="641" name="Ying Li" initials="Y" lastIdx="0" clrIdx="640"/>
  <p:cmAuthor id="642" name="李威" initials="李" lastIdx="0" clrIdx="641"/>
  <p:cmAuthor id="643" name="张立鑫" initials="张" lastIdx="0" clrIdx="642"/>
  <p:cmAuthor id="644" name="jgj" initials="j" lastIdx="0" clrIdx="643"/>
  <p:cmAuthor id="645" name="杨静" initials="杨" lastIdx="0" clrIdx="644"/>
  <p:cmAuthor id="646" name="包珊珊" initials="包" lastIdx="0" clrIdx="645"/>
  <p:cmAuthor id="647" name="YuQing" initials="Y" lastIdx="0" clrIdx="646"/>
  <p:cmAuthor id="648" name="Youwen Sun" initials="Y" lastIdx="0" clrIdx="647"/>
  <p:cmAuthor id="649" name="周满红" initials="周" lastIdx="0" clrIdx="648"/>
  <p:cmAuthor id="650" name="沈永强" initials="沈" lastIdx="0" clrIdx="649"/>
  <p:cmAuthor id="651" name="李丽华" initials="李" lastIdx="0" clrIdx="650"/>
  <p:cmAuthor id="652" name="张惠" initials="张" lastIdx="0" clrIdx="651"/>
  <p:cmAuthor id="653" name="王志虎" initials="王" lastIdx="0" clrIdx="652"/>
  <p:cmAuthor id="654" name="魏永生" initials="魏" lastIdx="0" clrIdx="653"/>
  <p:cmAuthor id="655" name="Zhou, Judy" initials="Z" lastIdx="0" clrIdx="654"/>
  <p:cmAuthor id="656" name="张钦" initials="张" lastIdx="0" clrIdx="655"/>
  <p:cmAuthor id="657" name="nine" initials="n" lastIdx="0" clrIdx="656"/>
  <p:cmAuthor id="658" name="涛娜" initials="涛" lastIdx="0" clrIdx="657"/>
  <p:cmAuthor id="659" name="周建文" initials="周" lastIdx="0" clrIdx="658"/>
  <p:cmAuthor id="660" name="郝志永" initials="郝" lastIdx="0" clrIdx="659"/>
  <p:cmAuthor id="661" name="hyrx05" initials="h" lastIdx="0" clrIdx="660"/>
  <p:cmAuthor id="662" name="张静" initials="张" lastIdx="0" clrIdx="661"/>
  <p:cmAuthor id="663" name="徐仕超" initials="徐" lastIdx="0" clrIdx="662"/>
  <p:cmAuthor id="664" name="余志宝" initials="余" lastIdx="0" clrIdx="663"/>
  <p:cmAuthor id="665" name="刘传坤" initials="刘" lastIdx="0" clrIdx="664"/>
  <p:cmAuthor id="666" name="张春贤" initials="张" lastIdx="0" clrIdx="665"/>
  <p:cmAuthor id="667" name="张利英" initials="张" lastIdx="0" clrIdx="666"/>
  <p:cmAuthor id="668" name="张双文" initials="张" lastIdx="0" clrIdx="667"/>
  <p:cmAuthor id="669" name="任勇" initials="任" lastIdx="0" clrIdx="668"/>
  <p:cmAuthor id="670" name="桓蕾" initials="桓" lastIdx="0" clrIdx="669"/>
  <p:cmAuthor id="671" name="鲍华明" initials="鲍" lastIdx="0" clrIdx="670"/>
  <p:cmAuthor id="672" name="席美娟" initials="席" lastIdx="0" clrIdx="671"/>
  <p:cmAuthor id="673" name="宋少霞" initials="宋" lastIdx="0" clrIdx="672"/>
  <p:cmAuthor id="674" name="樊佳佳" initials="樊" lastIdx="0" clrIdx="673"/>
  <p:cmAuthor id="675" name="光启" initials="光" lastIdx="0" clrIdx="674"/>
  <p:cmAuthor id="676" name="原鹏" initials="原" lastIdx="0" clrIdx="675"/>
  <p:cmAuthor id="677" name="未知用户147" initials="未" lastIdx="0" clrIdx="676"/>
  <p:cmAuthor id="678" name="未知用户46" initials="未" lastIdx="0" clrIdx="677"/>
  <p:cmAuthor id="679" name="未知用户133" initials="未" lastIdx="0" clrIdx="678"/>
  <p:cmAuthor id="680" name="未知用户137" initials="未" lastIdx="0" clrIdx="679"/>
  <p:cmAuthor id="681" name="未知用户146" initials="未" lastIdx="0" clrIdx="680"/>
  <p:cmAuthor id="682" name="未知用户138" initials="未" lastIdx="0" clrIdx="681"/>
  <p:cmAuthor id="683" name="未知用户139" initials="未" lastIdx="0" clrIdx="682"/>
  <p:cmAuthor id="684" name="未知用户140" initials="未" lastIdx="0" clrIdx="683"/>
  <p:cmAuthor id="685" name="江南" initials="江南" lastIdx="0" clrIdx="684"/>
  <p:cmAuthor id="686" name="Abel" initials="A" lastIdx="0" clrIdx="685"/>
  <p:cmAuthor id="687" name="3192177609@qq.com" initials="3" lastIdx="0" clrIdx="686"/>
  <p:cmAuthor id="688" name="jiang Kiara-" initials="jK" lastIdx="0" clrIdx="687"/>
  <p:cmAuthor id="689" name="Er1cHe" initials="E" lastIdx="0" clrIdx="688"/>
  <p:cmAuthor id="690" name="wu" initials="w" lastIdx="0" clrIdx="689"/>
  <p:cmAuthor id="691" name="mac" initials="m" lastIdx="0" clrIdx="690"/>
  <p:cmAuthor id="692" name="??" initials="JY" lastIdx="0" clrIdx="691"/>
  <p:cmAuthor id="693" name="子锋 林" initials="子锋" lastIdx="0" clrIdx="692"/>
  <p:cmAuthor id="694" name="Zangdan Xu" initials="ZX" lastIdx="0" clrIdx="693"/>
  <p:cmAuthor id="695" name="许 远蓓" initials="许" lastIdx="0" clrIdx="694"/>
  <p:cmAuthor id="696" name="office" initials="o" lastIdx="0" clrIdx="695"/>
  <p:cmAuthor id="697" name="Honor" initials="H" lastIdx="0" clrIdx="696"/>
  <p:cmAuthor id="698" name="荣耀" initials="荣" lastIdx="0" clrIdx="697"/>
  <p:cmAuthor id="699" name="1" initials="1" lastIdx="0" clrIdx="698"/>
  <p:cmAuthor id="700" name="许仕超" initials="许仕超" lastIdx="0" clrIdx="699"/>
  <p:cmAuthor id="701" name="zhang" initials="z" lastIdx="0" clrIdx="700"/>
  <p:cmAuthor id="702" name="R190057" initials="R" lastIdx="0" clrIdx="701"/>
  <p:cmAuthor id="703" name="覃烨" initials="覃" lastIdx="0" clrIdx="702"/>
  <p:cmAuthor id="704" name="Jason" initials="J" lastIdx="0" clrIdx="703"/>
  <p:cmAuthor id="705" name="wangshiqi98@outlook.com" initials="w" lastIdx="0" clrIdx="704"/>
  <p:cmAuthor id="706" name="yo yo" initials="y" lastIdx="0" clrIdx="705"/>
  <p:cmAuthor id="707" name="陈南方" initials="陈" lastIdx="0" clrIdx="706"/>
  <p:cmAuthor id="708" name="ZJL" initials="Z" lastIdx="0" clrIdx="707"/>
  <p:cmAuthor id="709" name="home pc" initials="h" lastIdx="0" clrIdx="708"/>
  <p:cmAuthor id="710" name="Hi_ Young" initials="H" lastIdx="0" clrIdx="709"/>
  <p:cmAuthor id="711" name="余潇迎" initials="余" lastIdx="0" clrIdx="710"/>
  <p:cmAuthor id="712" name="Jinyi" initials="J" lastIdx="0" clrIdx="711"/>
  <p:cmAuthor id="713" name="王源" initials="王" lastIdx="0" clrIdx="712"/>
  <p:cmAuthor id="714" name="phoenixdhz" initials="p" lastIdx="0" clrIdx="713"/>
  <p:cmAuthor id="715" name="卫天一" initials="卫" lastIdx="0" clrIdx="714"/>
  <p:cmAuthor id="716" name="杨涛-lah" initials="杨" lastIdx="0" clrIdx="715"/>
  <p:cmAuthor id="717" name="kp l" initials="k" lastIdx="0" clrIdx="716"/>
  <p:cmAuthor id="718" name="asuse" initials="a" lastIdx="0" clrIdx="717"/>
  <p:cmAuthor id="719" name="10004671" initials="1" lastIdx="0" clrIdx="718"/>
  <p:cmAuthor id="720" name="憨憨" initials="憨" lastIdx="0" clrIdx="719"/>
  <p:cmAuthor id="721" name="未知用户143" initials="未" lastIdx="0" clrIdx="720"/>
  <p:cmAuthor id="722" name="未知用户144" initials="未" lastIdx="0" clrIdx="721"/>
  <p:cmAuthor id="723" name="王志刚" initials="王" lastIdx="0" clrIdx="722"/>
  <p:cmAuthor id="724" name="刘豹" initials="刘" lastIdx="0" clrIdx="723"/>
  <p:cmAuthor id="725" name="张艳芳" initials="张" lastIdx="0" clrIdx="724"/>
  <p:cmAuthor id="726" name="志斌 杜" initials="志" lastIdx="0" clrIdx="725"/>
  <p:cmAuthor id="727" name="未知用户88" initials="未" lastIdx="0" clrIdx="726"/>
  <p:cmAuthor id="728" name="未知用户89" initials="未" lastIdx="0" clrIdx="727"/>
  <p:cmAuthor id="729" name="未知用户94" initials="未" lastIdx="0" clrIdx="728"/>
  <p:cmAuthor id="730" name="未知用户96" initials="未" lastIdx="0" clrIdx="729"/>
  <p:cmAuthor id="731" name="未知用户97" initials="未" lastIdx="0" clrIdx="730"/>
  <p:cmAuthor id="732" name="未知用户98" initials="未" lastIdx="0" clrIdx="731"/>
  <p:cmAuthor id="733" name="未知用户99" initials="未" lastIdx="0" clrIdx="732"/>
  <p:cmAuthor id="734" name="未知用户100" initials="未" lastIdx="0" clrIdx="733"/>
  <p:cmAuthor id="735" name="未知用户101" initials="未" lastIdx="0" clrIdx="734"/>
  <p:cmAuthor id="736" name="未知用户84" initials="未" lastIdx="0" clrIdx="735"/>
  <p:cmAuthor id="737" name="未知用户85" initials="未" lastIdx="0" clrIdx="736"/>
  <p:cmAuthor id="738" name="段振华" initials="段" lastIdx="0" clrIdx="737"/>
  <p:cmAuthor id="739" name="杨彦伟" initials="杨" lastIdx="0" clrIdx="738"/>
  <p:cmAuthor id="740" name="单玉章" initials="单玉章" lastIdx="0" clrIdx="739"/>
  <p:cmAuthor id="741" name="叶滔" initials="叶" lastIdx="0" clrIdx="740"/>
  <p:cmAuthor id="742" name="武森" initials="武" lastIdx="0" clrIdx="741"/>
  <p:cmAuthor id="743" name="JSZHGL2" initials="J" lastIdx="0" clrIdx="742"/>
  <p:cmAuthor id="744" name="WPS" initials="W" lastIdx="0" clrIdx="743"/>
  <p:cmAuthor id="745" name="郭雪磊" initials="a" lastIdx="0" clrIdx="744"/>
  <p:cmAuthor id="746" name="朱芮嘉" initials="朱芮嘉" lastIdx="0" clrIdx="745"/>
  <p:cmAuthor id="747" name="毅华 雷" initials="毅华" lastIdx="0" clrIdx="746"/>
  <p:cmAuthor id="748" name="Karri Alexion-Tiernan" initials="K" lastIdx="0" clrIdx="747"/>
  <p:cmAuthor id="749" name="eqm" initials="e" lastIdx="0" clrIdx="748"/>
  <p:cmAuthor id="750" name="meng xin" initials="mx" lastIdx="0" clrIdx="749"/>
  <p:cmAuthor id="751" name="wawa" initials="w" lastIdx="0" clrIdx="750"/>
  <p:cmAuthor id="752" name="W" initials="W" lastIdx="0" clrIdx="751"/>
  <p:cmAuthor id="753" name="Schiller" initials="S" lastIdx="0" clrIdx="752"/>
  <p:cmAuthor id="754" name="Claire Wu" initials="C" lastIdx="0" clrIdx="753"/>
  <p:cmAuthor id="755" name="XU" initials="X" lastIdx="0" clrIdx="754"/>
  <p:cmAuthor id="756" name="王巍" initials="王" lastIdx="0" clrIdx="755"/>
  <p:cmAuthor id="757" name="阳 焦" initials="阳" lastIdx="0" clrIdx="756"/>
  <p:cmAuthor id="758" name="fengjie wang" initials="f" lastIdx="0" clrIdx="757"/>
  <p:cmAuthor id="759" name=" " initials=" " lastIdx="0" clrIdx="758"/>
  <p:cmAuthor id="760" name="薛飞飞" initials="薛" lastIdx="0" clrIdx="759"/>
  <p:cmAuthor id="761" name="liang ma" initials="l" lastIdx="0" clrIdx="760"/>
  <p:cmAuthor id="762" name="Yuan Yuan" initials="Y" lastIdx="0" clrIdx="761"/>
  <p:cmAuthor id="763" name="永平 李" initials="永" lastIdx="0" clrIdx="762"/>
  <p:cmAuthor id="764" name="贾红喜" initials="贾" lastIdx="0" clrIdx="763"/>
  <p:cmAuthor id="765" name="冯帅" initials="冯" lastIdx="0" clrIdx="764"/>
  <p:cmAuthor id="766" name="张成真" initials="张" lastIdx="0" clrIdx="765"/>
  <p:cmAuthor id="767" name="????" initials="?" lastIdx="0" clrIdx="766"/>
  <p:cmAuthor id="768" name="刘" initials="刘" lastIdx="0" clrIdx="767"/>
  <p:cmAuthor id="769" name="张" initials="张" lastIdx="0" clrIdx="768"/>
  <p:cmAuthor id="770" name="Qingyunli" initials="Q" lastIdx="0" clrIdx="769"/>
  <p:cmAuthor id="771" name="密 李" initials="密" lastIdx="0" clrIdx="770"/>
  <p:cmAuthor id="772" name="王向妮" initials="王向妮" lastIdx="0" clrIdx="771"/>
  <p:cmAuthor id="773" name="毛香勤" initials="毛" lastIdx="0" clrIdx="772"/>
  <p:cmAuthor id="774" name="朱彩霞" initials="朱" lastIdx="0" clrIdx="773"/>
  <p:cmAuthor id="775" name="王伟" initials="王" lastIdx="0" clrIdx="774"/>
  <p:cmAuthor id="776" name="姜亚荣" initials="姜" lastIdx="0" clrIdx="775"/>
  <p:cmAuthor id="777" name="杨晶" initials="杨" lastIdx="0" clrIdx="776"/>
  <p:cmAuthor id="778" name="马静" initials="马" lastIdx="0" clrIdx="777"/>
  <p:cmAuthor id="779" name="刘艳龙" initials="刘" lastIdx="0" clrIdx="778"/>
  <p:cmAuthor id="780" name="李天骄" initials="李" lastIdx="0" clrIdx="779"/>
  <p:cmAuthor id="781" name="gtmc" initials="g" lastIdx="0" clrIdx="780"/>
  <p:cmAuthor id="782" name="chunsong_hu" initials="c" lastIdx="0" clrIdx="781"/>
  <p:cmAuthor id="783" name="杨艳霞" initials="杨" lastIdx="0" clrIdx="782"/>
  <p:cmAuthor id="784" name="rq fan" initials="r" lastIdx="0" clrIdx="783"/>
  <p:cmAuthor id="785" name="dingbo" initials="d" lastIdx="0" clrIdx="784"/>
  <p:cmAuthor id="786" name="宋俭" initials="宋" lastIdx="0" clrIdx="785"/>
  <p:cmAuthor id="787" name="李永欣" initials="李" lastIdx="0" clrIdx="786"/>
  <p:cmAuthor id="788" name="马伟媛" initials="马伟媛" lastIdx="0" clrIdx="787"/>
  <p:cmAuthor id="789" name="马庆馨" initials="马庆馨" lastIdx="0" clrIdx="788"/>
  <p:cmAuthor id="790" name="evil" initials="e" lastIdx="0" clrIdx="789"/>
  <p:cmAuthor id="791" name="24016387@qq.com" initials="2" lastIdx="0" clrIdx="790"/>
  <p:cmAuthor id="792" name="许弘扬" initials="许" lastIdx="0" clrIdx="791"/>
  <p:cmAuthor id="793" name="郝崇" initials="郝" lastIdx="0" clrIdx="792"/>
  <p:cmAuthor id="794" name="吴杰" initials="吴" lastIdx="0" clrIdx="79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14" y="108"/>
      </p:cViewPr>
      <p:guideLst>
        <p:guide orient="horz" pos="216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Relationship Id="rId13" Type="http://schemas.openxmlformats.org/officeDocument/2006/relationships/commentAuthors" Target="commentAuthors.xml"/><Relationship Id="rId14" Type="http://schemas.openxmlformats.org/officeDocument/2006/relationships/tags" Target="tags/tag1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 32"/>
          <p:cNvSpPr>
            <a:spLocks noGrp="1"/>
          </p:cNvSpPr>
          <p:nvPr>
            <p:ph sz="quarter" idx="13" hasCustomPrompt="1"/>
          </p:nvPr>
        </p:nvSpPr>
        <p:spPr>
          <a:xfrm>
            <a:off x="4983826" y="6345432"/>
            <a:ext cx="2198109" cy="500066"/>
          </a:xfrm>
        </p:spPr>
        <p:txBody>
          <a:bodyPr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 (optional) Insert client logo</a:t>
            </a:r>
            <a:endParaRPr lang="en-US" dirty="0"/>
          </a:p>
        </p:txBody>
      </p:sp>
      <p:sp>
        <p:nvSpPr>
          <p:cNvPr id="8" name="Rectangle 17"/>
          <p:cNvSpPr>
            <a:spLocks noGrp="1" noChangeArrowheads="1"/>
          </p:cNvSpPr>
          <p:nvPr>
            <p:ph type="dt" sz="half" idx="10"/>
          </p:nvPr>
        </p:nvSpPr>
        <p:spPr>
          <a:xfrm>
            <a:off x="10778910" y="6691405"/>
            <a:ext cx="1280265" cy="123111"/>
          </a:xfrm>
        </p:spPr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>
                <a:solidFill>
                  <a:srgbClr val="C0C0C0"/>
                </a:solidFill>
              </a:rPr>
              <a:t>© Kantar Retail 2015</a:t>
            </a:r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1892427" y="6392955"/>
            <a:ext cx="166712" cy="123111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1C1664-28B7-468B-AE4A-C0CE0321B288}" type="slidenum">
              <a:rPr lang="en-GB">
                <a:solidFill>
                  <a:srgbClr val="C0C0C0"/>
                </a:solidFill>
              </a:rPr>
            </a:fld>
            <a:endParaRPr lang="en-GB" dirty="0">
              <a:solidFill>
                <a:srgbClr val="C0C0C0"/>
              </a:solidFill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1839575" y="408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1463535" y="7527885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967535" y="7527885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9729135" y="7527885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ags" Target="../tags/tag4.xml"/><Relationship Id="rId8" Type="http://schemas.openxmlformats.org/officeDocument/2006/relationships/image" Target="../media/image1.png"/><Relationship Id="rId9" Type="http://schemas.openxmlformats.org/officeDocument/2006/relationships/tags" Target="../tags/tag5.xml"/><Relationship Id="rId10" Type="http://schemas.openxmlformats.org/officeDocument/2006/relationships/image" Target="../media/image2.png"/><Relationship Id="rId11" Type="http://schemas.openxmlformats.org/officeDocument/2006/relationships/tags" Target="../tags/tag6.xml"/><Relationship Id="rId12" Type="http://schemas.openxmlformats.org/officeDocument/2006/relationships/tags" Target="../tags/tag7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PPTlogo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 cstate="print"/>
          <a:stretch>
            <a:fillRect/>
          </a:stretch>
        </p:blipFill>
        <p:spPr>
          <a:xfrm>
            <a:off x="6649720" y="289560"/>
            <a:ext cx="3937635" cy="290195"/>
          </a:xfrm>
          <a:prstGeom prst="rect">
            <a:avLst/>
          </a:prstGeom>
        </p:spPr>
      </p:pic>
      <p:grpSp>
        <p:nvGrpSpPr>
          <p:cNvPr id="14" name="组合 13"/>
          <p:cNvGrpSpPr/>
          <p:nvPr userDrawn="1"/>
        </p:nvGrpSpPr>
        <p:grpSpPr>
          <a:xfrm>
            <a:off x="10687050" y="208915"/>
            <a:ext cx="1364615" cy="440690"/>
            <a:chOff x="16331" y="653"/>
            <a:chExt cx="2149" cy="694"/>
          </a:xfrm>
        </p:grpSpPr>
        <p:pic>
          <p:nvPicPr>
            <p:cNvPr id="15" name="图片 14" descr="资源 1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6488" y="688"/>
              <a:ext cx="1992" cy="625"/>
            </a:xfrm>
            <a:prstGeom prst="rect">
              <a:avLst/>
            </a:prstGeom>
          </p:spPr>
        </p:pic>
        <p:cxnSp>
          <p:nvCxnSpPr>
            <p:cNvPr id="16" name="直接连接符 15"/>
            <p:cNvCxnSpPr/>
            <p:nvPr>
              <p:custDataLst>
                <p:tags r:id="rId11"/>
              </p:custDataLst>
            </p:nvPr>
          </p:nvCxnSpPr>
          <p:spPr>
            <a:xfrm>
              <a:off x="16331" y="653"/>
              <a:ext cx="0" cy="6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直接连接符 26"/>
          <p:cNvCxnSpPr/>
          <p:nvPr userDrawn="1">
            <p:custDataLst>
              <p:tags r:id="rId12"/>
            </p:custDataLst>
          </p:nvPr>
        </p:nvCxnSpPr>
        <p:spPr>
          <a:xfrm>
            <a:off x="61278" y="671830"/>
            <a:ext cx="12117070" cy="12700"/>
          </a:xfrm>
          <a:prstGeom prst="line">
            <a:avLst/>
          </a:prstGeom>
          <a:ln w="25400">
            <a:gradFill>
              <a:gsLst>
                <a:gs pos="32000">
                  <a:srgbClr val="0C5FA3"/>
                </a:gs>
                <a:gs pos="78000">
                  <a:srgbClr val="55B4A3"/>
                </a:gs>
                <a:gs pos="100000">
                  <a:schemeClr val="accent2"/>
                </a:gs>
              </a:gsLst>
              <a:lin ang="180000" scaled="1"/>
            </a:gra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98704" y="1929130"/>
            <a:ext cx="12192000" cy="2997200"/>
          </a:xfrm>
          <a:prstGeom prst="rect">
            <a:avLst/>
          </a:prstGeom>
          <a:solidFill>
            <a:srgbClr val="258BFF">
              <a:alpha val="5025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润圆-75W" panose="00020600040101010101" pitchFamily="18" charset="-122"/>
              <a:ea typeface="汉仪润圆-75W" panose="00020600040101010101" pitchFamily="18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"/>
            </p:custDataLst>
          </p:nvPr>
        </p:nvSpPr>
        <p:spPr>
          <a:xfrm>
            <a:off x="-2396" y="1920627"/>
            <a:ext cx="1333858" cy="3004145"/>
          </a:xfrm>
          <a:custGeom>
            <a:avLst/>
            <a:gdLst>
              <a:gd name="connsiteX0" fmla="*/ 0 w 4922244"/>
              <a:gd name="connsiteY0" fmla="*/ 0 h 5048251"/>
              <a:gd name="connsiteX1" fmla="*/ 1947941 w 4922244"/>
              <a:gd name="connsiteY1" fmla="*/ 0 h 5048251"/>
              <a:gd name="connsiteX2" fmla="*/ 4922244 w 4922244"/>
              <a:gd name="connsiteY2" fmla="*/ 2974304 h 5048251"/>
              <a:gd name="connsiteX3" fmla="*/ 2848297 w 4922244"/>
              <a:gd name="connsiteY3" fmla="*/ 5048251 h 5048251"/>
              <a:gd name="connsiteX4" fmla="*/ 0 w 4922244"/>
              <a:gd name="connsiteY4" fmla="*/ 5048251 h 5048251"/>
              <a:gd name="connsiteX0-1" fmla="*/ 0 w 6187548"/>
              <a:gd name="connsiteY0-2" fmla="*/ 0 h 5048251"/>
              <a:gd name="connsiteX1-3" fmla="*/ 3213245 w 6187548"/>
              <a:gd name="connsiteY1-4" fmla="*/ 0 h 5048251"/>
              <a:gd name="connsiteX2-5" fmla="*/ 6187548 w 6187548"/>
              <a:gd name="connsiteY2-6" fmla="*/ 2974304 h 5048251"/>
              <a:gd name="connsiteX3-7" fmla="*/ 4113601 w 6187548"/>
              <a:gd name="connsiteY3-8" fmla="*/ 5048251 h 5048251"/>
              <a:gd name="connsiteX4-9" fmla="*/ 1265304 w 6187548"/>
              <a:gd name="connsiteY4-10" fmla="*/ 5048251 h 5048251"/>
              <a:gd name="connsiteX5" fmla="*/ 0 w 6187548"/>
              <a:gd name="connsiteY5" fmla="*/ 0 h 5048251"/>
              <a:gd name="connsiteX0-11" fmla="*/ 0 w 6187548"/>
              <a:gd name="connsiteY0-12" fmla="*/ 0 h 5076088"/>
              <a:gd name="connsiteX1-13" fmla="*/ 3213245 w 6187548"/>
              <a:gd name="connsiteY1-14" fmla="*/ 0 h 5076088"/>
              <a:gd name="connsiteX2-15" fmla="*/ 6187548 w 6187548"/>
              <a:gd name="connsiteY2-16" fmla="*/ 2974304 h 5076088"/>
              <a:gd name="connsiteX3-17" fmla="*/ 4113601 w 6187548"/>
              <a:gd name="connsiteY3-18" fmla="*/ 5048251 h 5076088"/>
              <a:gd name="connsiteX4-19" fmla="*/ 25306 w 6187548"/>
              <a:gd name="connsiteY4-20" fmla="*/ 5076088 h 5076088"/>
              <a:gd name="connsiteX5-21" fmla="*/ 0 w 6187548"/>
              <a:gd name="connsiteY5-22" fmla="*/ 0 h 5076088"/>
              <a:gd name="connsiteX0-23" fmla="*/ 0 w 6603924"/>
              <a:gd name="connsiteY0-24" fmla="*/ 0 h 5076088"/>
              <a:gd name="connsiteX1-25" fmla="*/ 3629621 w 6603924"/>
              <a:gd name="connsiteY1-26" fmla="*/ 0 h 5076088"/>
              <a:gd name="connsiteX2-27" fmla="*/ 6603924 w 6603924"/>
              <a:gd name="connsiteY2-28" fmla="*/ 2974304 h 5076088"/>
              <a:gd name="connsiteX3-29" fmla="*/ 4529977 w 6603924"/>
              <a:gd name="connsiteY3-30" fmla="*/ 5048251 h 5076088"/>
              <a:gd name="connsiteX4-31" fmla="*/ 441682 w 6603924"/>
              <a:gd name="connsiteY4-32" fmla="*/ 5076088 h 5076088"/>
              <a:gd name="connsiteX5-33" fmla="*/ 0 w 6603924"/>
              <a:gd name="connsiteY5-34" fmla="*/ 0 h 5076088"/>
              <a:gd name="connsiteX0-35" fmla="*/ 0 w 6603924"/>
              <a:gd name="connsiteY0-36" fmla="*/ 0 h 5048251"/>
              <a:gd name="connsiteX1-37" fmla="*/ 3629621 w 6603924"/>
              <a:gd name="connsiteY1-38" fmla="*/ 0 h 5048251"/>
              <a:gd name="connsiteX2-39" fmla="*/ 6603924 w 6603924"/>
              <a:gd name="connsiteY2-40" fmla="*/ 2974304 h 5048251"/>
              <a:gd name="connsiteX3-41" fmla="*/ 4529977 w 6603924"/>
              <a:gd name="connsiteY3-42" fmla="*/ 5048251 h 5048251"/>
              <a:gd name="connsiteX4-43" fmla="*/ 25303 w 6603924"/>
              <a:gd name="connsiteY4-44" fmla="*/ 5043536 h 5048251"/>
              <a:gd name="connsiteX5-45" fmla="*/ 0 w 6603924"/>
              <a:gd name="connsiteY5-46" fmla="*/ 0 h 5048251"/>
              <a:gd name="connsiteX0-47" fmla="*/ 3592334 w 6578621"/>
              <a:gd name="connsiteY0-48" fmla="*/ 52619 h 5048251"/>
              <a:gd name="connsiteX1-49" fmla="*/ 3604318 w 6578621"/>
              <a:gd name="connsiteY1-50" fmla="*/ 0 h 5048251"/>
              <a:gd name="connsiteX2-51" fmla="*/ 6578621 w 6578621"/>
              <a:gd name="connsiteY2-52" fmla="*/ 2974304 h 5048251"/>
              <a:gd name="connsiteX3-53" fmla="*/ 4504674 w 6578621"/>
              <a:gd name="connsiteY3-54" fmla="*/ 5048251 h 5048251"/>
              <a:gd name="connsiteX4-55" fmla="*/ 0 w 6578621"/>
              <a:gd name="connsiteY4-56" fmla="*/ 5043536 h 5048251"/>
              <a:gd name="connsiteX5-57" fmla="*/ 3592334 w 6578621"/>
              <a:gd name="connsiteY5-58" fmla="*/ 52619 h 5048251"/>
              <a:gd name="connsiteX0-59" fmla="*/ 1 w 2986288"/>
              <a:gd name="connsiteY0-60" fmla="*/ 52619 h 5059950"/>
              <a:gd name="connsiteX1-61" fmla="*/ 11985 w 2986288"/>
              <a:gd name="connsiteY1-62" fmla="*/ 0 h 5059950"/>
              <a:gd name="connsiteX2-63" fmla="*/ 2986288 w 2986288"/>
              <a:gd name="connsiteY2-64" fmla="*/ 2974304 h 5059950"/>
              <a:gd name="connsiteX3-65" fmla="*/ 912341 w 2986288"/>
              <a:gd name="connsiteY3-66" fmla="*/ 5048251 h 5059950"/>
              <a:gd name="connsiteX4-67" fmla="*/ 12124 w 2986288"/>
              <a:gd name="connsiteY4-68" fmla="*/ 5059950 h 5059950"/>
              <a:gd name="connsiteX5-69" fmla="*/ 1 w 2986288"/>
              <a:gd name="connsiteY5-70" fmla="*/ 52619 h 505995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2986288" h="5059950">
                <a:moveTo>
                  <a:pt x="1" y="52619"/>
                </a:moveTo>
                <a:lnTo>
                  <a:pt x="11985" y="0"/>
                </a:lnTo>
                <a:lnTo>
                  <a:pt x="2986288" y="2974304"/>
                </a:lnTo>
                <a:lnTo>
                  <a:pt x="912341" y="5048251"/>
                </a:lnTo>
                <a:lnTo>
                  <a:pt x="12124" y="5059950"/>
                </a:lnTo>
                <a:cubicBezTo>
                  <a:pt x="12124" y="3377200"/>
                  <a:pt x="1" y="1735369"/>
                  <a:pt x="1" y="5261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3"/>
            </p:custDataLst>
          </p:nvPr>
        </p:nvSpPr>
        <p:spPr>
          <a:xfrm>
            <a:off x="89995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2" name="任意多边形 15"/>
          <p:cNvSpPr/>
          <p:nvPr>
            <p:custDataLst>
              <p:tags r:id="rId4"/>
            </p:custDataLst>
          </p:nvPr>
        </p:nvSpPr>
        <p:spPr>
          <a:xfrm>
            <a:off x="784967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84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3" name="任意多边形 15"/>
          <p:cNvSpPr/>
          <p:nvPr>
            <p:custDataLst>
              <p:tags r:id="rId5"/>
            </p:custDataLst>
          </p:nvPr>
        </p:nvSpPr>
        <p:spPr>
          <a:xfrm>
            <a:off x="8959149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8" name="任意多边形 15"/>
          <p:cNvSpPr/>
          <p:nvPr>
            <p:custDataLst>
              <p:tags r:id="rId6"/>
            </p:custDataLst>
          </p:nvPr>
        </p:nvSpPr>
        <p:spPr>
          <a:xfrm>
            <a:off x="9901258" y="1921617"/>
            <a:ext cx="1936995" cy="2997197"/>
          </a:xfrm>
          <a:custGeom>
            <a:avLst/>
            <a:gdLst>
              <a:gd name="connsiteX0" fmla="*/ 0 w 4336612"/>
              <a:gd name="connsiteY0" fmla="*/ 0 h 5048251"/>
              <a:gd name="connsiteX1" fmla="*/ 1362309 w 4336612"/>
              <a:gd name="connsiteY1" fmla="*/ 0 h 5048251"/>
              <a:gd name="connsiteX2" fmla="*/ 4336612 w 4336612"/>
              <a:gd name="connsiteY2" fmla="*/ 2974304 h 5048251"/>
              <a:gd name="connsiteX3" fmla="*/ 2262665 w 4336612"/>
              <a:gd name="connsiteY3" fmla="*/ 5048251 h 5048251"/>
              <a:gd name="connsiteX4" fmla="*/ 900356 w 4336612"/>
              <a:gd name="connsiteY4" fmla="*/ 5048251 h 5048251"/>
              <a:gd name="connsiteX5" fmla="*/ 2974303 w 4336612"/>
              <a:gd name="connsiteY5" fmla="*/ 2974304 h 5048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36612" h="5048251">
                <a:moveTo>
                  <a:pt x="0" y="0"/>
                </a:moveTo>
                <a:lnTo>
                  <a:pt x="1362309" y="0"/>
                </a:lnTo>
                <a:lnTo>
                  <a:pt x="4336612" y="2974304"/>
                </a:lnTo>
                <a:lnTo>
                  <a:pt x="2262665" y="5048251"/>
                </a:lnTo>
                <a:lnTo>
                  <a:pt x="900356" y="5048251"/>
                </a:lnTo>
                <a:lnTo>
                  <a:pt x="2974303" y="2974304"/>
                </a:lnTo>
                <a:close/>
              </a:path>
            </a:pathLst>
          </a:custGeom>
          <a:solidFill>
            <a:srgbClr val="258BFF">
              <a:alpha val="292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方正黑体简体" panose="02000000000000000000" pitchFamily="2" charset="-122"/>
            </a:endParaRPr>
          </a:p>
        </p:txBody>
      </p:sp>
      <p:sp>
        <p:nvSpPr>
          <p:cNvPr id="13" name="文本框 3"/>
          <p:cNvSpPr txBox="1"/>
          <p:nvPr>
            <p:custDataLst>
              <p:tags r:id="rId7"/>
            </p:custDataLst>
          </p:nvPr>
        </p:nvSpPr>
        <p:spPr>
          <a:xfrm>
            <a:off x="0" y="2842260"/>
            <a:ext cx="12192000" cy="119888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zh-CN" altLang="en-US" sz="48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sym typeface="方正黑体简体" panose="02000000000000000000" pitchFamily="2" charset="-122"/>
              </a:rPr>
              <a:t>一、数据情况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方正黑体简体" panose="02000000000000000000" pitchFamily="2" charset="-122"/>
            </a:endParaRPr>
          </a:p>
        </p:txBody>
      </p:sp>
    </p:spTree>
    <p:custDataLst>
      <p:tags r:id="rId8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2"/>
          <p:cNvSpPr/>
          <p:nvPr/>
        </p:nvSpPr>
        <p:spPr>
          <a:xfrm>
            <a:off x="344805" y="206375"/>
            <a:ext cx="3062605" cy="393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r>
              <a:rPr lang="zh-CN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总数据达成</a:t>
            </a:r>
            <a:endParaRPr lang="zh-CN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2"/>
          <p:cNvSpPr/>
          <p:nvPr/>
        </p:nvSpPr>
        <p:spPr>
          <a:xfrm>
            <a:off x="344893" y="206641"/>
            <a:ext cx="2704464" cy="38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</a:pPr>
            <a:r>
              <a:rPr lang="zh-CN" altLang="en-US" sz="2300" b="1" kern="0" spc="80" dirty="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门店目标达成</a:t>
            </a:r>
            <a:endParaRPr lang="zh-CN" altLang="en-US" sz="2300" b="1" kern="0" spc="80" dirty="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778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三、三阶段积分动作执行总结（9/21-9/23）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在岗254人天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1106423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702"/>
                <a:gridCol w="2212848"/>
                <a:gridCol w="1991563"/>
                <a:gridCol w="3983126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必做项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累计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对照二阶段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每日晨读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198 人次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78.0%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客户体验18L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130 人次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51.2%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↓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新增客户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123 户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48.4%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↓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B45309"/>
                          </a:solidFill>
                          <a:latin typeface="微软雅黑"/>
                        </a:rPr>
                        <a:t>必做3项整体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微软雅黑"/>
                        </a:rPr>
                        <a:t>451 / 762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微软雅黑"/>
                        </a:rPr>
                        <a:t>59.2%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微软雅黑"/>
                        </a:rPr>
                        <a:t>二阶段最终 71.6%（↓12个点）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114800"/>
            <a:ext cx="110642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逐日（晨读/体验18L/新增/在岗）：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9/21  72 / 49 / 48 / 87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9/22  63 / 39 / 37 / 80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9/23  63 / 42 / 38 / 87   ← 体验与新增小幅回升</a:t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加分项：晒单 50 单 ｜ 门店落地 1 次 ｜ 上门服务 22 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778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三阶段 · 管干积分榜（9/21-9/23）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前三并列180分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51560"/>
          <a:ext cx="54864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2304288"/>
                <a:gridCol w="1097280"/>
                <a:gridCol w="1207008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排名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积分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奖励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向宏洁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200元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石欣欣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150元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谭辉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180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100元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卢家宝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150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50元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黄远兵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140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50元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余维斌/吴松青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70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李秋/吕艳霞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梁高军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40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0" y="1051560"/>
          <a:ext cx="548640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7824"/>
                <a:gridCol w="2304288"/>
                <a:gridCol w="1097280"/>
                <a:gridCol w="1207008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排名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姓名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积分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奖励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彭泽新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30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康建林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李玮桢/冯志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13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李业州/鄞树凯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17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唐敏球/张优鑫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B91C1C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/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394960"/>
            <a:ext cx="110642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亮点：谭辉100→180冲到并列第一（京东线最快）；康建林0→20、鄞树凯0→10破零；零分仅剩唐敏球、张优鑫。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⚠ 前三名并列180分，奖励档200/150/100元 —— 建议先定并列分配口径（按18L销量或单日最高分）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778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三阶段 · 门店动作TOP8（按积分）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46家门店有动作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51560"/>
          <a:ext cx="11064238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24"/>
                <a:gridCol w="3097987"/>
                <a:gridCol w="1327708"/>
                <a:gridCol w="1106424"/>
                <a:gridCol w="1438351"/>
                <a:gridCol w="1106424"/>
                <a:gridCol w="18809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排名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门店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积分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晨读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体验18L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新增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3项达成率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南山京东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320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78%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万众城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300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9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51%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群星京东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240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欧洲城香江家居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200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59%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龙华国安居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190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89%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6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罗湖百安居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170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3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15803D"/>
                          </a:solidFill>
                          <a:latin typeface="微软雅黑"/>
                        </a:rPr>
                        <a:t>92%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龙岗国安居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160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7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5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4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76%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E293B"/>
                          </a:solidFill>
                          <a:latin typeface="微软雅黑"/>
                        </a:rPr>
                        <a:t>8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深爱居/鼎晟装饰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130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2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0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1E293B"/>
                          </a:solidFill>
                          <a:latin typeface="微软雅黑"/>
                        </a:rPr>
                        <a:t>67%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983480"/>
            <a:ext cx="11064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待改进（3项达成率最低）：星河苏宁 0% ｜ 红杉树名鼎 0% ｜ 居众装饰 8%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个人：三项全满分2天16人（群星京东杨碧娜/黎昌文、南山京东肖亮/卓坚风、欧洲城顺电林丽霞等）；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全零（3天0动作）8人：易汉仁、卓志坚、张柯、傅晓芝、李宏伟、刘思敏、杨丽华、陈娇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778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三阶段 · 渠道执行率 &amp; 话术抄写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日检/追踪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5669279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398"/>
                <a:gridCol w="1360627"/>
                <a:gridCol w="1360627"/>
                <a:gridCol w="1360627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渠道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9/22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9/23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判断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93B"/>
                          </a:solidFill>
                          <a:latin typeface="微软雅黑"/>
                        </a:rPr>
                        <a:t>KA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64.8%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61.0%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93B"/>
                          </a:solidFill>
                          <a:latin typeface="微软雅黑"/>
                        </a:rPr>
                        <a:t>偏低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家装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50.0%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46.7%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连续最低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专卖店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53.9%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50.9%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B91C1C"/>
                          </a:solidFill>
                          <a:latin typeface="微软雅黑"/>
                        </a:rPr>
                        <a:t>偏低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097280"/>
          <a:ext cx="521208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2606040"/>
              </a:tblGrid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话术抄写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人数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应抄写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103 人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E293B"/>
                          </a:solidFill>
                          <a:latin typeface="微软雅黑"/>
                        </a:rPr>
                        <a:t>已抄写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E293B"/>
                          </a:solidFill>
                          <a:latin typeface="微软雅黑"/>
                        </a:rPr>
                        <a:t>28 人（27.2%）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未抄写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B91C1C"/>
                          </a:solidFill>
                          <a:latin typeface="微软雅黑"/>
                        </a:rPr>
                        <a:t>75 人</a:t>
                      </a:r>
                    </a:p>
                  </a:txBody>
                  <a:tcPr marL="45720" marR="45720" marT="9144" marB="9144" anchor="ctr"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读法：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· 三渠道执行率连续两日低于80%，家装（司马世泽）最低且持续下滑，已触发19:00线上复盘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· 话术抄写已开启「负激励」机制（未抄写按标准扣分），建议明确本周清零时间点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778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四、渠道核心策略进度（9/16版口径）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文件待更新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097280"/>
          <a:ext cx="1106423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3126"/>
                <a:gridCol w="3761841"/>
                <a:gridCol w="3319272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核心策略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落实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</a:rPr>
                        <a:t>占比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渠道二次启动（9/4前）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14 / 19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73.7%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B45309"/>
                          </a:solidFill>
                          <a:latin typeface="微软雅黑"/>
                        </a:rPr>
                        <a:t>活动落地排期（9/7前）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微软雅黑"/>
                        </a:rPr>
                        <a:t>8 / 19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微软雅黑"/>
                        </a:rPr>
                        <a:t>42.1%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B45309"/>
                          </a:solidFill>
                          <a:latin typeface="微软雅黑"/>
                        </a:rPr>
                        <a:t>门店物料布置（9/10前）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微软雅黑"/>
                        </a:rPr>
                        <a:t>6 / 19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B45309"/>
                          </a:solidFill>
                          <a:latin typeface="微软雅黑"/>
                        </a:rPr>
                        <a:t>31.6%</a:t>
                      </a:r>
                    </a:p>
                  </a:txBody>
                  <a:tcPr marL="45720" marR="45720" marT="9144" marB="9144" anchor="ctr">
                    <a:solidFill>
                      <a:srgbClr val="FFFBE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管干活动落地（合计）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18 / 66 场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达标4人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297680"/>
            <a:ext cx="11064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达标：梁高军150%、李秋100%、鄞树凯100%、吴松青100%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零执行7人：谭辉、黄远兵、李业州、唐敏球、吕艳霞、冯志、杨坤泉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⚠ 最新版进度表（含9/17之后）两次未送达，本节为9/16版口径，文件到位后即时刷新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778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渠道落地实录（24场 · 节选）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样板场次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06424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★ 9/13 沙井华美居 21周年庆&amp;小区团购：成交5单｜燃热3台｜18L 3台｜洗碗机4台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   —— 活动带动结构最佳场次，建议向宏洁用10分钟复盘（活动落地→18L产出完整闭环）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· 9/13 宝安华美居 21周年庆：7单｜燃热1｜18L 1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· 9/14 苏宁渠道店长会（主推宣导）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· 9/15 居众整装 设计师活动</a:t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/>
            </a:r>
          </a:p>
          <a:p>
            <a:pPr algn="l">
              <a:lnSpc>
                <a:spcPct val="16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</a:rPr>
              <a:t>建议：把"沙井华美居模式"整理成一页可复制打法（活动前准备→现场口径→18L占比目标），推动到其他门店。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8686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8778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</a:rPr>
              <a:t>问题 &amp; 下一步（收官7天）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01168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30000"/>
              </a:lnSpc>
            </a:pPr>
            <a:r>
              <a:rPr sz="1200" b="0">
                <a:solidFill>
                  <a:srgbClr val="FBBF24"/>
                </a:solidFill>
                <a:latin typeface="微软雅黑"/>
              </a:rPr>
              <a:t>建议今天定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B91C1C"/>
                </a:solidFill>
                <a:latin typeface="微软雅黑"/>
              </a:rPr>
              <a:t>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1. 三阶段动作59.2%，低于二阶段12个百分点；体验18L、新增客户仅50%上下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2. 三渠道执行率连续两日&lt;80%，家装持续最低（46.7%）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3. 话术抄写75人未完成（负激励机制已启用）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4. 销量：累计燃热184台/18L 52台（28.3%），距9/30收官100台差48台、只剩7天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E293B"/>
                </a:solidFill>
                <a:latin typeface="微软雅黑"/>
              </a:rPr>
              <a:t>5. 并列第一（向宏洁/石欣欣/谭辉各180分）奖励分配口径未定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5803D"/>
                </a:solidFill>
                <a:latin typeface="微软雅黑"/>
              </a:rPr>
              <a:t>下一步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23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1. 口径：公开改为"保底80台、挑战100台"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2. 动作：体验18L＋新增客户恢复"午/晚双检查"，未完成18:00由组长提醒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3. 冲量：锁5-8家高潜店（南山京东、万众城、群星京东、欧洲城香江家居、龙岗国安居、罗湖百安居）每日1台18L打卡+每日通报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4. 话术抄写：75人名单明早发群，本周内清零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5. 奖励口径：并列第一分配规则先定（建议看18L销量/单日最高分）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1E293B"/>
                </a:solidFill>
                <a:latin typeface="微软雅黑"/>
              </a:rPr>
              <a:t>6. 活动样板：沙井华美居场次复盘10分钟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SPECIAL_SOURCE" val="bdnull"/>
</p:tagLst>
</file>

<file path=ppt/tags/tag16.xml><?xml version="1.0" encoding="utf-8"?>
<p:tagLst xmlns:p="http://schemas.openxmlformats.org/presentationml/2006/main">
  <p:tag name="resource_record_key" val="{&quot;13&quot;:[4364907,4663468],&quot;65&quot;:[20205176],&quot;70&quot;:[3314169]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WPS 演示</Application>
  <PresentationFormat/>
  <Paragraphs>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9" baseType="lpstr">
      <vt:lpstr>Arial</vt:lpstr>
      <vt:lpstr>宋体</vt:lpstr>
      <vt:lpstr>Wingdings</vt:lpstr>
      <vt:lpstr>汉仪润圆-75W</vt:lpstr>
      <vt:lpstr>方正黑体简体</vt:lpstr>
      <vt:lpstr>微软雅黑</vt:lpstr>
      <vt:lpstr>Arial</vt:lpstr>
      <vt:lpstr>Arial Unicode MS</vt:lpstr>
      <vt:lpstr>Calibri</vt:lpstr>
      <vt:lpstr>方正黑体简体</vt:lpstr>
      <vt:lpstr>汉仪润圆-75W</vt:lpstr>
      <vt:lpstr>FFont-Family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Andy-阿学</cp:lastModifiedBy>
  <cp:revision>97</cp:revision>
  <dcterms:created xsi:type="dcterms:W3CDTF">2026-09-06T13:27:00Z</dcterms:created>
  <dcterms:modified xsi:type="dcterms:W3CDTF">2026-09-16T01:56:00Z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wqlLaW5nc29mdCBQREYgdG8gV1BTIDExMA</vt:lpwstr>
  </property>
  <property fmtid="{D5CDD505-2E9C-101B-9397-08002B2CF9AE}" pid="3" name="Created">
    <vt:filetime>2025-07-29T01:03:23Z</vt:filetime>
  </property>
  <property fmtid="{D5CDD505-2E9C-101B-9397-08002B2CF9AE}" pid="4" name="ICV">
    <vt:lpwstr>D7F2413BB4A62E5F53689D6AC71C846C_43</vt:lpwstr>
  </property>
  <property fmtid="{D5CDD505-2E9C-101B-9397-08002B2CF9AE}" pid="5" name="KSOProductBuildVer">
    <vt:lpwstr>2052-12.1.0.28505</vt:lpwstr>
  </property>
</Properties>
</file>