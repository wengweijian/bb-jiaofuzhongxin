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F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DE68A"/>
                </a:solidFill>
                <a:latin typeface="微软雅黑"/>
              </a:rPr>
              <a:t>深圳老板电器 · 18L燃热样板打造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微软雅黑"/>
              </a:rPr>
              <a:t>管干动作执行复盘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FECACA"/>
                </a:solidFill>
                <a:latin typeface="微软雅黑"/>
              </a:rPr>
              <a:t>二阶段 9/11 - 9/13（开战3天）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114800"/>
            <a:ext cx="2926080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DE68A"/>
                </a:solidFill>
                <a:latin typeface="微软雅黑"/>
              </a:rPr>
              <a:t>周一例会专用 ｜ 2026-09-14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ECACA"/>
                </a:solidFill>
                <a:latin typeface="微软雅黑"/>
              </a:rPr>
              <a:t>数据源：《深圳金九银十积分表》《深圳老板9月【管干】积分表》（9/13回传）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686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一、整体执行率：3天从69%爬到79%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19456"/>
            <a:ext cx="2468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FDE68A"/>
                </a:solidFill>
                <a:latin typeface="微软雅黑"/>
              </a:rPr>
              <a:t>二阶段 9/11-9/13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10881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B91C1C"/>
                </a:solidFill>
                <a:latin typeface="微软雅黑"/>
              </a:rPr>
              <a:t>必做3项整体执行率 70.8%（一阶段 36.7%，接近翻倍）；单日 69.1% → 63.9% → 79.4% 逐步爬升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194560"/>
          <a:ext cx="1127455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6874"/>
                <a:gridCol w="1803928"/>
                <a:gridCol w="1803928"/>
                <a:gridCol w="1803928"/>
                <a:gridCol w="2705892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项目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9/11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9/12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9/13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3日累计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每日晨读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84.5%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77.3%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88.7%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243人次 · 83.5%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客户体验18L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63.9%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55.7%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74.2%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188人次 · 64.6%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新增客户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58.8%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58.8%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75.3%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187户 · 64.3%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3项合计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69.1%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63.9%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79.4%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70.8%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846320"/>
            <a:ext cx="1127455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64748B"/>
                </a:solidFill>
                <a:latin typeface="微软雅黑"/>
              </a:rPr>
              <a:t>加分项：晒单 177单（36 → 64 → 77 逐日走高）｜门店落地 2次｜上门服务 13次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64748B"/>
                </a:solidFill>
                <a:latin typeface="微软雅黑"/>
              </a:rPr>
              <a:t>小结：“被动打卡”（晨读）已达标，“主动触达”（体验/加微）仍低约20个百分点——这是最该在例会上点透的问题。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686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二、渠道 &amp; 个人执行率（9/13）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19456"/>
            <a:ext cx="2468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FDE68A"/>
                </a:solidFill>
                <a:latin typeface="微软雅黑"/>
              </a:rPr>
              <a:t>红黑榜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E293B"/>
                </a:solidFill>
                <a:latin typeface="微软雅黑"/>
              </a:rPr>
              <a:t>渠道执行率（9/12 → 9/13）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5486400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4016"/>
                <a:gridCol w="987552"/>
                <a:gridCol w="987552"/>
                <a:gridCol w="109728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渠道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9/12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9/13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变化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KA渠道（彭刚）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61.2%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89.9%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↑28.7pt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家装渠道（司马世泽）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63.6%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87.9%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↑24.3pt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专卖店（李洋）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64.3%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65.1%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持平·垫底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383280"/>
            <a:ext cx="548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</a:rPr>
              <a:t>KA、家装大幅反弹达标；专卖店连续两日未达80%，已触发 19:00 线上复盘。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05156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E293B"/>
                </a:solidFill>
                <a:latin typeface="微软雅黑"/>
              </a:rPr>
              <a:t>个人执行率红黑榜（9/13）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1463040"/>
          <a:ext cx="5422391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2926"/>
                <a:gridCol w="4229465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层级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人员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E293B"/>
                          </a:solidFill>
                          <a:latin typeface="微软雅黑"/>
                        </a:rPr>
                        <a:t>红榜 ≥100%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微软雅黑"/>
                        </a:rPr>
                        <a:t>谭辉110.3% / 卢家宝104.3% / 冯志100%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E293B"/>
                          </a:solidFill>
                          <a:latin typeface="微软雅黑"/>
                        </a:rPr>
                        <a:t>良好 80-99%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微软雅黑"/>
                        </a:rPr>
                        <a:t>梁高军93.3 / 鄞树凯91.7 / 黄远兵90 / 李业州88.9 / 李玮桢83.3 / 余维斌80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E293B"/>
                          </a:solidFill>
                          <a:latin typeface="微软雅黑"/>
                        </a:rPr>
                        <a:t>预警 60-79%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微软雅黑"/>
                        </a:rPr>
                        <a:t>康建林70.8% / 张优鑫66.7% / 彭泽新66.7%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E293B"/>
                          </a:solidFill>
                          <a:latin typeface="微软雅黑"/>
                        </a:rPr>
                        <a:t>待改进 &lt;60%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微软雅黑"/>
                        </a:rPr>
                        <a:t>吴松青58.3% / 李丹53.3% / 唐敏球41.7% / 吕艳霞33.3%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686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三、管干积分榜（二阶段 9/11-9/13）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19456"/>
            <a:ext cx="2468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FDE68A"/>
                </a:solidFill>
                <a:latin typeface="微软雅黑"/>
              </a:rPr>
              <a:t>汇总口径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6766558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2649"/>
                <a:gridCol w="1894636"/>
                <a:gridCol w="2435961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排名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姓名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渠道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积分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向宏洁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经销商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200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卢家宝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山姆/百安居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160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彭泽新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苏宁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160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石欣欣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经销商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140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谭辉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京东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100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余维斌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专卖店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100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梁高军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家装部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90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吴松青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专卖店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90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黄远兵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顺电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康建林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专卖店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60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李玮桢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家装部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589520" y="1188720"/>
            <a:ext cx="4142232" cy="42062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1417320"/>
            <a:ext cx="361188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>奖励档（按公示档位）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>第1名 200元 ｜ 第2名 150元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>第3名 100元 ｜ 第4名 100元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>⚠️ 说明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>源表“积分排名”页公式未重算（积分0、排名并列1），本页按“管干每日汇总＋每日公示”同口径推算；奖励档依排名推算，以项目组最终公示为准。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686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四、问题根因 &amp; 下周动作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19456"/>
            <a:ext cx="2468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FDE68A"/>
                </a:solidFill>
                <a:latin typeface="微软雅黑"/>
              </a:rPr>
              <a:t>例会落地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745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B91C1C"/>
                </a:solidFill>
                <a:latin typeface="微软雅黑"/>
              </a:rPr>
              <a:t>问题根因（4条）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27455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1. 专卖店拖后腿——卡点在店总层面（唐敏球41.7%、吕艳霞33.3%、李丹53.3%），店总不动，门店就动不起来。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2. “被动动作”达标、“主动动作”滞后——晨读83.5%，体验18L（64.6%）、新增客户（64.3%）都低约20个百分点。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3. 周末回落——9/12（周六）三项合计降到63.9%，周末执行容易松。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4. 成交动作在补位——晒单36→64→77持续走高，与18L销量爆发（9/13单日24台/18L11台）一致，正面信号。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611880"/>
            <a:ext cx="11274552" cy="2743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794760"/>
            <a:ext cx="112745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5803D"/>
                </a:solidFill>
                <a:latin typeface="微软雅黑"/>
              </a:rPr>
              <a:t>下周动作（5条）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06240"/>
            <a:ext cx="11274552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1. 专卖店店总逐人约谈，19:00复盘升级为“店总清单制”，次日验收。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2. 体验18L＋新增客户设“午/晚双检查”，18:00未完成由组长提醒。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3. 晨读通关保留，但把“体验照片＋加微截图”作为通关前置条件。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4. 树标杆：沙井华美居、宝安华美居、欧洲城香江家居（18L执行领先）做经验分享。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5. 例会现场公布红黑榜，未达标者按规则兑现上下蹲/俯卧撑，并当日补齐。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