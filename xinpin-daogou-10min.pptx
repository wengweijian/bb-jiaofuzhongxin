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FDE68A"/>
                </a:solidFill>
                <a:latin typeface="微软雅黑"/>
              </a:rPr>
              <a:t>深圳老板电器 · 18L燃热样板打造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800" b="1">
                <a:solidFill>
                  <a:srgbClr val="FFFFFF"/>
                </a:solidFill>
                <a:latin typeface="微软雅黑"/>
              </a:rPr>
              <a:t>燃热不难卖，难的是开口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FECACA"/>
                </a:solidFill>
                <a:latin typeface="微软雅黑"/>
              </a:rPr>
              <a:t>深圳样板 · 15天经验沉淀（导购版）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14800"/>
            <a:ext cx="292608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DE68A"/>
                </a:solidFill>
                <a:latin typeface="微软雅黑"/>
              </a:rPr>
              <a:t>新品见面会 · 10分钟分享 ｜ 2026-09-30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DE68A"/>
                </a:solidFill>
                <a:latin typeface="微软雅黑"/>
              </a:rPr>
              <a:t>项目组：何京学（统筹）· 张俊远（样板打造）· AI交付总监（支撑）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先用数据说话：15天，我们卖成什么样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BBF24"/>
                </a:solidFill>
                <a:latin typeface="微软雅黑"/>
              </a:rPr>
              <a:t>9/3-9/22 累计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3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132"/>
                <a:gridCol w="3761841"/>
                <a:gridCol w="4868265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数值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燃热销量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182 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日均 9.1 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18L及以上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52 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占燃热 28.6%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单日最高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9/13：燃热24台 / 18L 11台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一天卖出的18L，等于很多店一个月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18L升级速度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一阶段日均2.0台 → 二阶段3.4台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结构在往上走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E293B"/>
                </a:solidFill>
                <a:latin typeface="微软雅黑"/>
              </a:rPr>
              <a:t>这些数字不是给领导看的，是告诉大家一件事：</a:t>
            </a:r>
          </a:p>
          <a:p>
            <a:pPr algn="l">
              <a:lnSpc>
                <a:spcPct val="135000"/>
              </a:lnSpc>
            </a:pPr>
            <a:r>
              <a:rPr sz="1600" b="1">
                <a:solidFill>
                  <a:srgbClr val="1E293B"/>
                </a:solidFill>
                <a:latin typeface="微软雅黑"/>
              </a:rPr>
              <a:t>深圳的导购已经把18升卖出去了——同样的门店、同样的客户、同样的竞品，能卖。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七条可复制的经验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BBF24"/>
                </a:solidFill>
                <a:latin typeface="微软雅黑"/>
              </a:rPr>
              <a:t>今天只讲这七条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5212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1. 开口：燃热是从烟灶谈单里长出来的，不是另开一单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2. 信任：先破"老板不是做热水器的"——这是终端最大阻力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3. 定升数：给一个"算出来的"结论：18升＝G2.5气表能跑满的最大升数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4. 演示：看得见才信（对比卡、实测视频、内部构造、客户自己按面板）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5. 痛点：需求是问出来的（忽冷忽热／厨房抢水／关水再开先烫）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6. 竞品：三种拦法怎么接（16升够用／16升增容／直接上20升）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7. 离店：不丢单——视频＋图＋一句话算账，3天内至少触达2次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经验一：开口——从烟灶谈单里长出来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BBF24"/>
                </a:solidFill>
                <a:latin typeface="微软雅黑"/>
              </a:rPr>
              <a:t>必做动作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5212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一句话原则：不提是0，提了就有机会。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开口话术（烟灶谈单间隙，30秒内带出）：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"您刚看的这套烟灶，我等下给您做个整体报价。对了，您家几个卫生间？热水器要不要一起看看？一起算个报价，我们现在有加购活动，一起定更划算。"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客户说"不用不用，我另外看"（软拒绝）：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"没事，热水器今天不用定，您先把烟灶看了——我就顺口问一句：您家几个卫生间？"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"我先把热水器的加购名额给您留着，不占用您今天的预算。"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纪律：每个烟灶客户必须提一次；提完顺势问"几个卫生间"，把话头接住。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经验二：破"老板不是做热水器的"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BBF24"/>
                </a:solidFill>
                <a:latin typeface="微软雅黑"/>
              </a:rPr>
              <a:t>最大阻力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5212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竞品都在用这一句，客户一听就动摇。破法三件套（一次讲完）：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① 老板做灶具47年，参与燃气灶国标制定，有自建燃烧实验室；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② 燃气灶和热水器最核心的都是燃烧器——技术是迁移过来的，不是跨界；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③ 林内早年也是做燃气灶起家，后来才做热水器——做灶的做热水器，本来就是行业常态。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收口一句："所以这不是跨界，是把最擅长的事延伸过来。"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真实案例：13号（宝安华美居·梁红生）——客户排斥品牌但认可烟灶，导购先讲透烟灶、再用痛点三连问，当场买单。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经验三：定升数——给一个"算出来的"结论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BBF24"/>
                </a:solidFill>
                <a:latin typeface="微软雅黑"/>
              </a:rPr>
              <a:t>全场最高价值的30秒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5212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"您家两个卫生间，关键就看冬天会不会同时用。冬天进水温度低，16升这边一开、那边就掉水掉温；上20升又得动气表、改管路。18升正好是您家G2.5气表能真正跑满的最大升数——不用改表，两个卫生间同时洗都够。"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先问六问：几个卫生间／会同时用水吗／装厨房还是阳台／装修到哪一步／几口人有没有老人小孩／花洒是顶喷还是手持。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心法：不说"18升比16升好"，让客户自己得出结论；结论要"看起来是算出来的"，他才信。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经验四：演示——看得见才信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BBF24"/>
                </a:solidFill>
                <a:latin typeface="微软雅黑"/>
              </a:rPr>
              <a:t>眼见为实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3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278"/>
                <a:gridCol w="5089550"/>
                <a:gridCol w="4204411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道具/动作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怎么做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客户得到什么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对比卡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16/18/20升水量、气表、改造费用三行对比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一眼看懂贵在哪、省在哪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实测视频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三点同开：16升掉到38-39℃，18升稳在40℃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补位店内做不了的场景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内部构造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隔着透明面板指认无氧铜水箱、换热器、火排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用料看得见，不用听我说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面板交客户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请客户自己按：设40℃、切厨房/婴幼模式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亲手按过才信"老人也会用"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B91C1C"/>
                </a:solidFill>
                <a:latin typeface="微软雅黑"/>
              </a:rPr>
              <a:t>纪律：每次接待至少完成一遍"看内部构造＋客户自己按面板"，客户说"我看过了"也要做。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经验五：需求是问出来的，不是讲出来的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BBF24"/>
                </a:solidFill>
                <a:latin typeface="微软雅黑"/>
              </a:rPr>
              <a:t>三连问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5212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不要上来就背参数，先问这三句（用他的亲身经历）：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① "您家以前那台热水器，洗澡的时候是不是一会儿冷一会儿热？"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② "厨房一开水，那边水量是不是立马变小？"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③ "洗澡中途关了水抹沐浴露，再开是不是先烫你一下？"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客户点头认了，再对上号讲：忽冷忽热→AI恒温±0.1℃；抢水→AI水量伺服提前调配；关水再开先烫→赛车级预混舱提前注入冷水中和。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真实案例：13号（梁红生）三连问出去客户眼神就变了；17号（欧洲城顺电·许建波）用"史密斯关水再开有段冷烫水"，把竞品老用户拉了过来。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经验六：竞品的三种拦法，怎么接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BBF24"/>
                </a:solidFill>
                <a:latin typeface="微软雅黑"/>
              </a:rPr>
              <a:t>标准应答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39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5417"/>
                <a:gridCol w="8408822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竞品怎么拦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我们怎么接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"16升够用了"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"16升是够用，但够不够爽？冬天老人洗碗、主卧洗澡、孩子洗头三点同时开，16升就差这口稳。"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"16升能增容到18升"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"增容是把16升的水挤出来当18升卖，机器加热能力没变；我们是真18升——换热器五分管、火排喷嘴同步升级。"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"直接上20升"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"装得上不等于跑得满。G2.5气表每小时最多供4个立方，20升满负荷要6个，实际出水也就16升左右。"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"老板不专业"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47年灶具＋燃烧技术迁移＋林内也是做灶起家（见经验二）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经验七：离店不丢单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BBF24"/>
                </a:solidFill>
                <a:latin typeface="微软雅黑"/>
              </a:rPr>
              <a:t>3天内至少触达2次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5212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离店前（打预防针＋留资）：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"我加您个微信，稍后把18升的实测视频发您。提醒您一句——外面有些品牌会说老板不是专业做热水器的，您要是听到，就问他们一句：你们热水器的燃烧器，跟燃气灶是不是一个技术路线？"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离店当天24小时内（三件套）：实测视频＋安装水印图＋一句话算账（G2.5直接装，省两三千）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2—3天后：给一个"不用付钱就能推进"的下一步——免费上门勘测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客户不回复（隔2-3天一次，最多两次）：第一条给价值、第二条给归属感（同小区同户型安装图）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纪律：每次只给一个新信息，不要重复问"您考虑好了吗"。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三则真实案例（今天就能照抄）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19456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>
                <a:solidFill>
                  <a:srgbClr val="FBBF24"/>
                </a:solidFill>
                <a:latin typeface="微软雅黑"/>
              </a:rPr>
              <a:t>导购实战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132"/>
                <a:gridCol w="3097987"/>
                <a:gridCol w="3319272"/>
                <a:gridCol w="2212848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案例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客户情况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关键动作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结果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13号 宝安华美居·梁红生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展会客户，排斥品牌但认可烟灶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先讲透烟灶建信任→痛点三连问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当场买单（HT750-18）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15号 深港美居·周系豹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本只换洗碗机，另有四层别墅；已在方太交3000定金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洗碗机讲透挖出别墅→"没服务可无条件退"卸负担→多卫水量算账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退方太定金，下单HT750-18×2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17号 欧洲城顺电·许建波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认史密斯，原用史密斯16升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用"关水再开先烫"破防→翻内部图对比用料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改选我们（HT750-18）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把简单的事做到极致，就是专业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FECACA"/>
                </a:solidFill>
                <a:latin typeface="微软雅黑"/>
              </a:rPr>
              <a:t>三个纪律，回去就能用：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FECACA"/>
                </a:solidFill>
                <a:latin typeface="微软雅黑"/>
              </a:rPr>
              <a:t>· 开口率100%——每个烟灶客户都提一次，提了就有机会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FECACA"/>
                </a:solidFill>
                <a:latin typeface="微软雅黑"/>
              </a:rPr>
              <a:t>· 讲满一轮——开口、信任、定升数、演示、痛点、逼单，不漏动作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FECACA"/>
                </a:solidFill>
                <a:latin typeface="微软雅黑"/>
              </a:rPr>
              <a:t>· 留资跟进——客户不买也要讲，离店不是结束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深圳18L燃热样板打造项目组 ｜ 2026-09-30 新品见面会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